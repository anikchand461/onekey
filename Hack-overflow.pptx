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18288000" cy="10287000"/>
  <p:embeddedFontLst>
    <p:embeddedFont>
      <p:font typeface="Comfortaa SemiBold"/>
      <p:regular r:id="rId15"/>
      <p:bold r:id="rId16"/>
    </p:embeddedFont>
    <p:embeddedFont>
      <p:font typeface="Roboto Mono Medium"/>
      <p:regular r:id="rId17"/>
      <p:bold r:id="rId18"/>
      <p:italic r:id="rId19"/>
      <p:boldItalic r:id="rId20"/>
    </p:embeddedFont>
    <p:embeddedFont>
      <p:font typeface="Roboto Mono SemiBold"/>
      <p:regular r:id="rId21"/>
      <p:bold r:id="rId22"/>
      <p:italic r:id="rId23"/>
      <p:boldItalic r:id="rId24"/>
    </p:embeddedFont>
    <p:embeddedFont>
      <p:font typeface="Lexend SemiBold"/>
      <p:regular r:id="rId25"/>
      <p:bold r:id="rId26"/>
    </p:embeddedFont>
    <p:embeddedFont>
      <p:font typeface="Nunito"/>
      <p:regular r:id="rId27"/>
      <p:bold r:id="rId28"/>
      <p:italic r:id="rId29"/>
      <p:boldItalic r:id="rId30"/>
    </p:embeddedFont>
    <p:embeddedFont>
      <p:font typeface="Lexend Medium"/>
      <p:regular r:id="rId31"/>
      <p:bold r:id="rId32"/>
    </p:embeddedFont>
    <p:embeddedFont>
      <p:font typeface="Lexend"/>
      <p:regular r:id="rId33"/>
      <p:bold r:id="rId34"/>
    </p:embeddedFont>
    <p:embeddedFont>
      <p:font typeface="Comfortaa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Medium-boldItalic.fntdata"/><Relationship Id="rId22" Type="http://schemas.openxmlformats.org/officeDocument/2006/relationships/font" Target="fonts/RobotoMonoSemiBold-bold.fntdata"/><Relationship Id="rId21" Type="http://schemas.openxmlformats.org/officeDocument/2006/relationships/font" Target="fonts/RobotoMonoSemiBold-regular.fntdata"/><Relationship Id="rId24" Type="http://schemas.openxmlformats.org/officeDocument/2006/relationships/font" Target="fonts/RobotoMonoSemiBold-boldItalic.fntdata"/><Relationship Id="rId23" Type="http://schemas.openxmlformats.org/officeDocument/2006/relationships/font" Target="fonts/RobotoMono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exendSemiBold-bold.fntdata"/><Relationship Id="rId25" Type="http://schemas.openxmlformats.org/officeDocument/2006/relationships/font" Target="fonts/LexendSemiBold-regular.fntdata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exendMedium-regular.fntdata"/><Relationship Id="rId3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33" Type="http://schemas.openxmlformats.org/officeDocument/2006/relationships/font" Target="fonts/Lexend-regular.fntdata"/><Relationship Id="rId10" Type="http://schemas.openxmlformats.org/officeDocument/2006/relationships/slide" Target="slides/slide5.xml"/><Relationship Id="rId32" Type="http://schemas.openxmlformats.org/officeDocument/2006/relationships/font" Target="fonts/LexendMedium-bold.fntdata"/><Relationship Id="rId13" Type="http://schemas.openxmlformats.org/officeDocument/2006/relationships/slide" Target="slides/slide8.xml"/><Relationship Id="rId35" Type="http://schemas.openxmlformats.org/officeDocument/2006/relationships/font" Target="fonts/Comfortaa-regular.fntdata"/><Relationship Id="rId12" Type="http://schemas.openxmlformats.org/officeDocument/2006/relationships/slide" Target="slides/slide7.xml"/><Relationship Id="rId34" Type="http://schemas.openxmlformats.org/officeDocument/2006/relationships/font" Target="fonts/Lexend-bold.fntdata"/><Relationship Id="rId15" Type="http://schemas.openxmlformats.org/officeDocument/2006/relationships/font" Target="fonts/ComfortaaSemiBold-regular.fntdata"/><Relationship Id="rId14" Type="http://schemas.openxmlformats.org/officeDocument/2006/relationships/slide" Target="slides/slide9.xml"/><Relationship Id="rId36" Type="http://schemas.openxmlformats.org/officeDocument/2006/relationships/font" Target="fonts/Comfortaa-bold.fntdata"/><Relationship Id="rId17" Type="http://schemas.openxmlformats.org/officeDocument/2006/relationships/font" Target="fonts/RobotoMonoMedium-regular.fntdata"/><Relationship Id="rId16" Type="http://schemas.openxmlformats.org/officeDocument/2006/relationships/font" Target="fonts/ComfortaaSemiBold-bold.fntdata"/><Relationship Id="rId19" Type="http://schemas.openxmlformats.org/officeDocument/2006/relationships/font" Target="fonts/RobotoMonoMedium-italic.fntdata"/><Relationship Id="rId18" Type="http://schemas.openxmlformats.org/officeDocument/2006/relationships/font" Target="fonts/RobotoMono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d76289bf7_1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bd76289bf7_1_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d76289bf7_1_7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bd76289bf7_1_7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d76289bf7_1_153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bd76289bf7_1_153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d76289bf7_1_231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bd76289bf7_1_231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d76289bf7_1_38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d76289bf7_1_38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d76289bf7_1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bd76289bf7_10_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d76289bf7_1_458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bd76289bf7_1_458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d76289bf7_1_533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bd76289bf7_1_533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d76289bf7_1_60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bd76289bf7_1_60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5270768" y="1928852"/>
            <a:ext cx="7746600" cy="5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600"/>
              <a:buNone/>
              <a:defRPr b="1" i="0" sz="103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2743200" y="5760720"/>
            <a:ext cx="128016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37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2400"/>
              </a:spcBef>
              <a:spcAft>
                <a:spcPts val="240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13167361" y="9566910"/>
            <a:ext cx="420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774432" y="1095203"/>
            <a:ext cx="13450500" cy="3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600"/>
              <a:buNone/>
              <a:defRPr b="1" i="0" sz="103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21993" y="4326241"/>
            <a:ext cx="9547800" cy="24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37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2pPr>
            <a:lvl3pPr indent="-228600" lvl="2" marL="13716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3pPr>
            <a:lvl4pPr indent="-228600" lvl="3" marL="18288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4pPr>
            <a:lvl5pPr indent="-228600" lvl="4" marL="22860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5pPr>
            <a:lvl6pPr indent="-228600" lvl="5" marL="27432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6pPr>
            <a:lvl7pPr indent="-228600" lvl="6" marL="32004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7pPr>
            <a:lvl8pPr indent="-228600" lvl="7" marL="36576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8pPr>
            <a:lvl9pPr indent="-228600" lvl="8" marL="4114800" algn="l">
              <a:spcBef>
                <a:spcPts val="2400"/>
              </a:spcBef>
              <a:spcAft>
                <a:spcPts val="240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13167361" y="9566910"/>
            <a:ext cx="420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abhirajadhikary06/onekey" TargetMode="External"/><Relationship Id="rId4" Type="http://schemas.openxmlformats.org/officeDocument/2006/relationships/image" Target="../media/image2.jpg"/><Relationship Id="rId5" Type="http://schemas.openxmlformats.org/officeDocument/2006/relationships/hyperlink" Target="https://onekey-8pr2.onrender.com/static/index.html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hyperlink" Target="http://www.youtube.com/watch?v=Jv8lI1V49ao" TargetMode="External"/><Relationship Id="rId5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16495369" y="7120457"/>
            <a:ext cx="1793240" cy="3166745"/>
          </a:xfrm>
          <a:custGeom>
            <a:rect b="b" l="l" r="r" t="t"/>
            <a:pathLst>
              <a:path extrusionOk="0" h="3166745" w="1793240">
                <a:moveTo>
                  <a:pt x="1792630" y="0"/>
                </a:moveTo>
                <a:lnTo>
                  <a:pt x="1614512" y="0"/>
                </a:lnTo>
                <a:lnTo>
                  <a:pt x="1567230" y="3124"/>
                </a:lnTo>
                <a:lnTo>
                  <a:pt x="1521155" y="12331"/>
                </a:lnTo>
                <a:lnTo>
                  <a:pt x="1476844" y="27381"/>
                </a:lnTo>
                <a:lnTo>
                  <a:pt x="1434871" y="48069"/>
                </a:lnTo>
                <a:lnTo>
                  <a:pt x="1395780" y="74129"/>
                </a:lnTo>
                <a:lnTo>
                  <a:pt x="1360144" y="105359"/>
                </a:lnTo>
                <a:lnTo>
                  <a:pt x="1328915" y="141008"/>
                </a:lnTo>
                <a:lnTo>
                  <a:pt x="1302842" y="180098"/>
                </a:lnTo>
                <a:lnTo>
                  <a:pt x="1282153" y="222072"/>
                </a:lnTo>
                <a:lnTo>
                  <a:pt x="1267104" y="266382"/>
                </a:lnTo>
                <a:lnTo>
                  <a:pt x="1257896" y="312445"/>
                </a:lnTo>
                <a:lnTo>
                  <a:pt x="1254772" y="359740"/>
                </a:lnTo>
                <a:lnTo>
                  <a:pt x="1254772" y="2055355"/>
                </a:lnTo>
                <a:lnTo>
                  <a:pt x="1251496" y="2104174"/>
                </a:lnTo>
                <a:lnTo>
                  <a:pt x="1241920" y="2150986"/>
                </a:lnTo>
                <a:lnTo>
                  <a:pt x="1226502" y="2195385"/>
                </a:lnTo>
                <a:lnTo>
                  <a:pt x="1205661" y="2236927"/>
                </a:lnTo>
                <a:lnTo>
                  <a:pt x="1179817" y="2275179"/>
                </a:lnTo>
                <a:lnTo>
                  <a:pt x="1149413" y="2309723"/>
                </a:lnTo>
                <a:lnTo>
                  <a:pt x="1114869" y="2340140"/>
                </a:lnTo>
                <a:lnTo>
                  <a:pt x="1076604" y="2365972"/>
                </a:lnTo>
                <a:lnTo>
                  <a:pt x="1035062" y="2386825"/>
                </a:lnTo>
                <a:lnTo>
                  <a:pt x="990676" y="2402243"/>
                </a:lnTo>
                <a:lnTo>
                  <a:pt x="943851" y="2411806"/>
                </a:lnTo>
                <a:lnTo>
                  <a:pt x="895045" y="2415095"/>
                </a:lnTo>
                <a:lnTo>
                  <a:pt x="359740" y="2415095"/>
                </a:lnTo>
                <a:lnTo>
                  <a:pt x="310921" y="2418372"/>
                </a:lnTo>
                <a:lnTo>
                  <a:pt x="264109" y="2427948"/>
                </a:lnTo>
                <a:lnTo>
                  <a:pt x="219710" y="2443365"/>
                </a:lnTo>
                <a:lnTo>
                  <a:pt x="178168" y="2464206"/>
                </a:lnTo>
                <a:lnTo>
                  <a:pt x="139915" y="2490051"/>
                </a:lnTo>
                <a:lnTo>
                  <a:pt x="105371" y="2520454"/>
                </a:lnTo>
                <a:lnTo>
                  <a:pt x="74955" y="2554998"/>
                </a:lnTo>
                <a:lnTo>
                  <a:pt x="49123" y="2593263"/>
                </a:lnTo>
                <a:lnTo>
                  <a:pt x="28270" y="2634805"/>
                </a:lnTo>
                <a:lnTo>
                  <a:pt x="12852" y="2679192"/>
                </a:lnTo>
                <a:lnTo>
                  <a:pt x="3289" y="2726004"/>
                </a:lnTo>
                <a:lnTo>
                  <a:pt x="0" y="2774823"/>
                </a:lnTo>
                <a:lnTo>
                  <a:pt x="0" y="3166541"/>
                </a:lnTo>
                <a:lnTo>
                  <a:pt x="152400" y="3166541"/>
                </a:lnTo>
                <a:lnTo>
                  <a:pt x="1792630" y="3166541"/>
                </a:lnTo>
                <a:lnTo>
                  <a:pt x="1792630" y="152400"/>
                </a:lnTo>
                <a:lnTo>
                  <a:pt x="1792630" y="0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" name="Google Shape;67;p15"/>
          <p:cNvSpPr txBox="1"/>
          <p:nvPr/>
        </p:nvSpPr>
        <p:spPr>
          <a:xfrm>
            <a:off x="8687575" y="6440025"/>
            <a:ext cx="27423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repository</a:t>
            </a:r>
            <a:r>
              <a:rPr b="1" lang="en-US" sz="2600">
                <a:solidFill>
                  <a:schemeClr val="dk1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 link goes —-&gt;  </a:t>
            </a:r>
            <a:r>
              <a:rPr b="1" lang="en-US" sz="2600" u="sng">
                <a:solidFill>
                  <a:schemeClr val="hlink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  <a:hlinkClick r:id="rId3"/>
              </a:rPr>
              <a:t>here</a:t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68" name="Google Shape;68;p15"/>
          <p:cNvGrpSpPr/>
          <p:nvPr/>
        </p:nvGrpSpPr>
        <p:grpSpPr>
          <a:xfrm>
            <a:off x="13969984" y="0"/>
            <a:ext cx="4318634" cy="3743952"/>
            <a:chOff x="13969984" y="0"/>
            <a:chExt cx="4318634" cy="3743952"/>
          </a:xfrm>
        </p:grpSpPr>
        <p:sp>
          <p:nvSpPr>
            <p:cNvPr id="69" name="Google Shape;69;p15"/>
            <p:cNvSpPr/>
            <p:nvPr/>
          </p:nvSpPr>
          <p:spPr>
            <a:xfrm>
              <a:off x="13969984" y="0"/>
              <a:ext cx="4318634" cy="2190750"/>
            </a:xfrm>
            <a:custGeom>
              <a:rect b="b" l="l" r="r" t="t"/>
              <a:pathLst>
                <a:path extrusionOk="0" h="2190750" w="4318634">
                  <a:moveTo>
                    <a:pt x="4318016" y="2190346"/>
                  </a:moveTo>
                  <a:lnTo>
                    <a:pt x="4105453" y="2190346"/>
                  </a:lnTo>
                  <a:lnTo>
                    <a:pt x="4056639" y="2187062"/>
                  </a:lnTo>
                  <a:lnTo>
                    <a:pt x="4009821" y="2177496"/>
                  </a:lnTo>
                  <a:lnTo>
                    <a:pt x="3965427" y="2162076"/>
                  </a:lnTo>
                  <a:lnTo>
                    <a:pt x="3923887" y="2141232"/>
                  </a:lnTo>
                  <a:lnTo>
                    <a:pt x="3885628" y="2115391"/>
                  </a:lnTo>
                  <a:lnTo>
                    <a:pt x="3851080" y="2084982"/>
                  </a:lnTo>
                  <a:lnTo>
                    <a:pt x="3820672" y="2050434"/>
                  </a:lnTo>
                  <a:lnTo>
                    <a:pt x="3794831" y="2012176"/>
                  </a:lnTo>
                  <a:lnTo>
                    <a:pt x="3773986" y="1970635"/>
                  </a:lnTo>
                  <a:lnTo>
                    <a:pt x="3758566" y="1926242"/>
                  </a:lnTo>
                  <a:lnTo>
                    <a:pt x="3749000" y="1879424"/>
                  </a:lnTo>
                  <a:lnTo>
                    <a:pt x="3745716" y="1830610"/>
                  </a:lnTo>
                  <a:lnTo>
                    <a:pt x="3745716" y="1368045"/>
                  </a:lnTo>
                  <a:lnTo>
                    <a:pt x="3742597" y="1320760"/>
                  </a:lnTo>
                  <a:lnTo>
                    <a:pt x="3733393" y="1274686"/>
                  </a:lnTo>
                  <a:lnTo>
                    <a:pt x="3718334" y="1230381"/>
                  </a:lnTo>
                  <a:lnTo>
                    <a:pt x="3697654" y="1188405"/>
                  </a:lnTo>
                  <a:lnTo>
                    <a:pt x="3671583" y="1149316"/>
                  </a:lnTo>
                  <a:lnTo>
                    <a:pt x="3640353" y="1113675"/>
                  </a:lnTo>
                  <a:lnTo>
                    <a:pt x="3604712" y="1082445"/>
                  </a:lnTo>
                  <a:lnTo>
                    <a:pt x="3565624" y="1056375"/>
                  </a:lnTo>
                  <a:lnTo>
                    <a:pt x="3523648" y="1035695"/>
                  </a:lnTo>
                  <a:lnTo>
                    <a:pt x="3479343" y="1020636"/>
                  </a:lnTo>
                  <a:lnTo>
                    <a:pt x="3433268" y="1011432"/>
                  </a:lnTo>
                  <a:lnTo>
                    <a:pt x="3385984" y="1008312"/>
                  </a:lnTo>
                  <a:lnTo>
                    <a:pt x="359732" y="1008312"/>
                  </a:lnTo>
                  <a:lnTo>
                    <a:pt x="310919" y="1005028"/>
                  </a:lnTo>
                  <a:lnTo>
                    <a:pt x="264101" y="995461"/>
                  </a:lnTo>
                  <a:lnTo>
                    <a:pt x="219708" y="980041"/>
                  </a:lnTo>
                  <a:lnTo>
                    <a:pt x="178168" y="959197"/>
                  </a:lnTo>
                  <a:lnTo>
                    <a:pt x="139910" y="933355"/>
                  </a:lnTo>
                  <a:lnTo>
                    <a:pt x="105363" y="902947"/>
                  </a:lnTo>
                  <a:lnTo>
                    <a:pt x="74954" y="868399"/>
                  </a:lnTo>
                  <a:lnTo>
                    <a:pt x="49114" y="830141"/>
                  </a:lnTo>
                  <a:lnTo>
                    <a:pt x="28269" y="788601"/>
                  </a:lnTo>
                  <a:lnTo>
                    <a:pt x="12850" y="744207"/>
                  </a:lnTo>
                  <a:lnTo>
                    <a:pt x="3284" y="697390"/>
                  </a:lnTo>
                  <a:lnTo>
                    <a:pt x="0" y="648576"/>
                  </a:lnTo>
                  <a:lnTo>
                    <a:pt x="0" y="0"/>
                  </a:lnTo>
                  <a:lnTo>
                    <a:pt x="4318016" y="0"/>
                  </a:lnTo>
                  <a:lnTo>
                    <a:pt x="4318016" y="2190346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15473726" y="1142992"/>
              <a:ext cx="2814319" cy="2600960"/>
            </a:xfrm>
            <a:custGeom>
              <a:rect b="b" l="l" r="r" t="t"/>
              <a:pathLst>
                <a:path extrusionOk="0" h="2600960" w="2814319">
                  <a:moveTo>
                    <a:pt x="359732" y="0"/>
                  </a:moveTo>
                  <a:lnTo>
                    <a:pt x="1793173" y="0"/>
                  </a:lnTo>
                  <a:lnTo>
                    <a:pt x="1841988" y="3283"/>
                  </a:lnTo>
                  <a:lnTo>
                    <a:pt x="1888806" y="12850"/>
                  </a:lnTo>
                  <a:lnTo>
                    <a:pt x="1933199" y="28269"/>
                  </a:lnTo>
                  <a:lnTo>
                    <a:pt x="1974740" y="49114"/>
                  </a:lnTo>
                  <a:lnTo>
                    <a:pt x="2012998" y="74955"/>
                  </a:lnTo>
                  <a:lnTo>
                    <a:pt x="2047546" y="105364"/>
                  </a:lnTo>
                  <a:lnTo>
                    <a:pt x="2077955" y="139912"/>
                  </a:lnTo>
                  <a:lnTo>
                    <a:pt x="2103796" y="178170"/>
                  </a:lnTo>
                  <a:lnTo>
                    <a:pt x="2124640" y="219710"/>
                  </a:lnTo>
                  <a:lnTo>
                    <a:pt x="2140060" y="264104"/>
                  </a:lnTo>
                  <a:lnTo>
                    <a:pt x="2149626" y="310922"/>
                  </a:lnTo>
                  <a:lnTo>
                    <a:pt x="2152910" y="359736"/>
                  </a:lnTo>
                  <a:lnTo>
                    <a:pt x="2152910" y="822300"/>
                  </a:lnTo>
                  <a:lnTo>
                    <a:pt x="2156029" y="869585"/>
                  </a:lnTo>
                  <a:lnTo>
                    <a:pt x="2165234" y="915660"/>
                  </a:lnTo>
                  <a:lnTo>
                    <a:pt x="2180292" y="959965"/>
                  </a:lnTo>
                  <a:lnTo>
                    <a:pt x="2200972" y="1001941"/>
                  </a:lnTo>
                  <a:lnTo>
                    <a:pt x="2227043" y="1041030"/>
                  </a:lnTo>
                  <a:lnTo>
                    <a:pt x="2258273" y="1076671"/>
                  </a:lnTo>
                  <a:lnTo>
                    <a:pt x="2293914" y="1107901"/>
                  </a:lnTo>
                  <a:lnTo>
                    <a:pt x="2333003" y="1133971"/>
                  </a:lnTo>
                  <a:lnTo>
                    <a:pt x="2374979" y="1154651"/>
                  </a:lnTo>
                  <a:lnTo>
                    <a:pt x="2419284" y="1169709"/>
                  </a:lnTo>
                  <a:lnTo>
                    <a:pt x="2465358" y="1178914"/>
                  </a:lnTo>
                  <a:lnTo>
                    <a:pt x="2512643" y="1182033"/>
                  </a:lnTo>
                  <a:lnTo>
                    <a:pt x="2814274" y="1182033"/>
                  </a:lnTo>
                  <a:lnTo>
                    <a:pt x="2814274" y="2600475"/>
                  </a:lnTo>
                  <a:lnTo>
                    <a:pt x="1690367" y="2600475"/>
                  </a:lnTo>
                  <a:lnTo>
                    <a:pt x="1643082" y="2597355"/>
                  </a:lnTo>
                  <a:lnTo>
                    <a:pt x="1597008" y="2588150"/>
                  </a:lnTo>
                  <a:lnTo>
                    <a:pt x="1552703" y="2573091"/>
                  </a:lnTo>
                  <a:lnTo>
                    <a:pt x="1510727" y="2552411"/>
                  </a:lnTo>
                  <a:lnTo>
                    <a:pt x="1471639" y="2526340"/>
                  </a:lnTo>
                  <a:lnTo>
                    <a:pt x="1435998" y="2495110"/>
                  </a:lnTo>
                  <a:lnTo>
                    <a:pt x="1404768" y="2459468"/>
                  </a:lnTo>
                  <a:lnTo>
                    <a:pt x="1378697" y="2420380"/>
                  </a:lnTo>
                  <a:lnTo>
                    <a:pt x="1358017" y="2378403"/>
                  </a:lnTo>
                  <a:lnTo>
                    <a:pt x="1342958" y="2334098"/>
                  </a:lnTo>
                  <a:lnTo>
                    <a:pt x="1333754" y="2288023"/>
                  </a:lnTo>
                  <a:lnTo>
                    <a:pt x="1330635" y="2240738"/>
                  </a:lnTo>
                  <a:lnTo>
                    <a:pt x="1330635" y="1778177"/>
                  </a:lnTo>
                  <a:lnTo>
                    <a:pt x="1327515" y="1730892"/>
                  </a:lnTo>
                  <a:lnTo>
                    <a:pt x="1318310" y="1684817"/>
                  </a:lnTo>
                  <a:lnTo>
                    <a:pt x="1303251" y="1640511"/>
                  </a:lnTo>
                  <a:lnTo>
                    <a:pt x="1282570" y="1598535"/>
                  </a:lnTo>
                  <a:lnTo>
                    <a:pt x="1256499" y="1559446"/>
                  </a:lnTo>
                  <a:lnTo>
                    <a:pt x="1225269" y="1523804"/>
                  </a:lnTo>
                  <a:lnTo>
                    <a:pt x="1189627" y="1492574"/>
                  </a:lnTo>
                  <a:lnTo>
                    <a:pt x="1150538" y="1466503"/>
                  </a:lnTo>
                  <a:lnTo>
                    <a:pt x="1108561" y="1445823"/>
                  </a:lnTo>
                  <a:lnTo>
                    <a:pt x="1064255" y="1430765"/>
                  </a:lnTo>
                  <a:lnTo>
                    <a:pt x="1018180" y="1421560"/>
                  </a:lnTo>
                  <a:lnTo>
                    <a:pt x="970895" y="1418441"/>
                  </a:lnTo>
                  <a:lnTo>
                    <a:pt x="359732" y="1418441"/>
                  </a:lnTo>
                  <a:lnTo>
                    <a:pt x="312447" y="1415322"/>
                  </a:lnTo>
                  <a:lnTo>
                    <a:pt x="266372" y="1406117"/>
                  </a:lnTo>
                  <a:lnTo>
                    <a:pt x="222067" y="1391059"/>
                  </a:lnTo>
                  <a:lnTo>
                    <a:pt x="180091" y="1370379"/>
                  </a:lnTo>
                  <a:lnTo>
                    <a:pt x="141003" y="1344308"/>
                  </a:lnTo>
                  <a:lnTo>
                    <a:pt x="105361" y="1313079"/>
                  </a:lnTo>
                  <a:lnTo>
                    <a:pt x="74131" y="1277437"/>
                  </a:lnTo>
                  <a:lnTo>
                    <a:pt x="48061" y="1238349"/>
                  </a:lnTo>
                  <a:lnTo>
                    <a:pt x="27381" y="1196372"/>
                  </a:lnTo>
                  <a:lnTo>
                    <a:pt x="12323" y="1152067"/>
                  </a:lnTo>
                  <a:lnTo>
                    <a:pt x="3119" y="1105993"/>
                  </a:lnTo>
                  <a:lnTo>
                    <a:pt x="0" y="1058708"/>
                  </a:lnTo>
                  <a:lnTo>
                    <a:pt x="0" y="359736"/>
                  </a:lnTo>
                  <a:lnTo>
                    <a:pt x="3119" y="312451"/>
                  </a:lnTo>
                  <a:lnTo>
                    <a:pt x="12323" y="266376"/>
                  </a:lnTo>
                  <a:lnTo>
                    <a:pt x="27381" y="222071"/>
                  </a:lnTo>
                  <a:lnTo>
                    <a:pt x="48061" y="180095"/>
                  </a:lnTo>
                  <a:lnTo>
                    <a:pt x="74131" y="141006"/>
                  </a:lnTo>
                  <a:lnTo>
                    <a:pt x="105361" y="105364"/>
                  </a:lnTo>
                  <a:lnTo>
                    <a:pt x="141003" y="74134"/>
                  </a:lnTo>
                  <a:lnTo>
                    <a:pt x="180091" y="48064"/>
                  </a:lnTo>
                  <a:lnTo>
                    <a:pt x="222067" y="27383"/>
                  </a:lnTo>
                  <a:lnTo>
                    <a:pt x="266372" y="12324"/>
                  </a:lnTo>
                  <a:lnTo>
                    <a:pt x="312447" y="3119"/>
                  </a:lnTo>
                  <a:lnTo>
                    <a:pt x="359732" y="0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1" name="Google Shape;71;p15"/>
          <p:cNvSpPr/>
          <p:nvPr/>
        </p:nvSpPr>
        <p:spPr>
          <a:xfrm>
            <a:off x="0" y="0"/>
            <a:ext cx="1927860" cy="2903220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72" name="Google Shape;72;p15"/>
          <p:cNvGrpSpPr/>
          <p:nvPr/>
        </p:nvGrpSpPr>
        <p:grpSpPr>
          <a:xfrm>
            <a:off x="0" y="6026467"/>
            <a:ext cx="8122920" cy="4260850"/>
            <a:chOff x="0" y="6026467"/>
            <a:chExt cx="8122920" cy="4260850"/>
          </a:xfrm>
        </p:grpSpPr>
        <p:sp>
          <p:nvSpPr>
            <p:cNvPr id="73" name="Google Shape;73;p15"/>
            <p:cNvSpPr/>
            <p:nvPr/>
          </p:nvSpPr>
          <p:spPr>
            <a:xfrm>
              <a:off x="108968" y="8100915"/>
              <a:ext cx="4463415" cy="2186304"/>
            </a:xfrm>
            <a:custGeom>
              <a:rect b="b" l="l" r="r" t="t"/>
              <a:pathLst>
                <a:path extrusionOk="0" h="2186304" w="4463415">
                  <a:moveTo>
                    <a:pt x="4463184" y="2186084"/>
                  </a:moveTo>
                  <a:lnTo>
                    <a:pt x="2811000" y="2186084"/>
                  </a:lnTo>
                  <a:lnTo>
                    <a:pt x="2788457" y="2143860"/>
                  </a:lnTo>
                  <a:lnTo>
                    <a:pt x="2754466" y="2102404"/>
                  </a:lnTo>
                  <a:lnTo>
                    <a:pt x="2713009" y="2068412"/>
                  </a:lnTo>
                  <a:lnTo>
                    <a:pt x="2666160" y="2043400"/>
                  </a:lnTo>
                  <a:lnTo>
                    <a:pt x="2615347" y="2027959"/>
                  </a:lnTo>
                  <a:lnTo>
                    <a:pt x="2561997" y="2022682"/>
                  </a:lnTo>
                  <a:lnTo>
                    <a:pt x="272191" y="2022682"/>
                  </a:lnTo>
                  <a:lnTo>
                    <a:pt x="223264" y="2018296"/>
                  </a:lnTo>
                  <a:lnTo>
                    <a:pt x="177214" y="2005652"/>
                  </a:lnTo>
                  <a:lnTo>
                    <a:pt x="134810" y="1985518"/>
                  </a:lnTo>
                  <a:lnTo>
                    <a:pt x="96821" y="1958664"/>
                  </a:lnTo>
                  <a:lnTo>
                    <a:pt x="64015" y="1925858"/>
                  </a:lnTo>
                  <a:lnTo>
                    <a:pt x="37161" y="1887868"/>
                  </a:lnTo>
                  <a:lnTo>
                    <a:pt x="17028" y="1845464"/>
                  </a:lnTo>
                  <a:lnTo>
                    <a:pt x="4385" y="1799414"/>
                  </a:lnTo>
                  <a:lnTo>
                    <a:pt x="0" y="1750488"/>
                  </a:lnTo>
                  <a:lnTo>
                    <a:pt x="0" y="272191"/>
                  </a:lnTo>
                  <a:lnTo>
                    <a:pt x="4385" y="223264"/>
                  </a:lnTo>
                  <a:lnTo>
                    <a:pt x="17029" y="177215"/>
                  </a:lnTo>
                  <a:lnTo>
                    <a:pt x="37162" y="134811"/>
                  </a:lnTo>
                  <a:lnTo>
                    <a:pt x="64016" y="96822"/>
                  </a:lnTo>
                  <a:lnTo>
                    <a:pt x="96822" y="64016"/>
                  </a:lnTo>
                  <a:lnTo>
                    <a:pt x="134811" y="37162"/>
                  </a:lnTo>
                  <a:lnTo>
                    <a:pt x="177215" y="17029"/>
                  </a:lnTo>
                  <a:lnTo>
                    <a:pt x="223264" y="4385"/>
                  </a:lnTo>
                  <a:lnTo>
                    <a:pt x="272191" y="0"/>
                  </a:lnTo>
                  <a:lnTo>
                    <a:pt x="1356798" y="0"/>
                  </a:lnTo>
                  <a:lnTo>
                    <a:pt x="1405725" y="4385"/>
                  </a:lnTo>
                  <a:lnTo>
                    <a:pt x="1451774" y="17029"/>
                  </a:lnTo>
                  <a:lnTo>
                    <a:pt x="1494178" y="37162"/>
                  </a:lnTo>
                  <a:lnTo>
                    <a:pt x="1532167" y="64016"/>
                  </a:lnTo>
                  <a:lnTo>
                    <a:pt x="1564973" y="96822"/>
                  </a:lnTo>
                  <a:lnTo>
                    <a:pt x="1591827" y="134811"/>
                  </a:lnTo>
                  <a:lnTo>
                    <a:pt x="1611960" y="177215"/>
                  </a:lnTo>
                  <a:lnTo>
                    <a:pt x="1624604" y="223264"/>
                  </a:lnTo>
                  <a:lnTo>
                    <a:pt x="1628989" y="272191"/>
                  </a:lnTo>
                  <a:lnTo>
                    <a:pt x="1628989" y="677230"/>
                  </a:lnTo>
                  <a:lnTo>
                    <a:pt x="1633375" y="726156"/>
                  </a:lnTo>
                  <a:lnTo>
                    <a:pt x="1646018" y="772206"/>
                  </a:lnTo>
                  <a:lnTo>
                    <a:pt x="1666152" y="814610"/>
                  </a:lnTo>
                  <a:lnTo>
                    <a:pt x="1693005" y="852599"/>
                  </a:lnTo>
                  <a:lnTo>
                    <a:pt x="1725811" y="885405"/>
                  </a:lnTo>
                  <a:lnTo>
                    <a:pt x="1763801" y="912259"/>
                  </a:lnTo>
                  <a:lnTo>
                    <a:pt x="1806204" y="932392"/>
                  </a:lnTo>
                  <a:lnTo>
                    <a:pt x="1852254" y="945035"/>
                  </a:lnTo>
                  <a:lnTo>
                    <a:pt x="1901181" y="949421"/>
                  </a:lnTo>
                  <a:lnTo>
                    <a:pt x="3184170" y="949421"/>
                  </a:lnTo>
                  <a:lnTo>
                    <a:pt x="3237520" y="954699"/>
                  </a:lnTo>
                  <a:lnTo>
                    <a:pt x="3288333" y="970140"/>
                  </a:lnTo>
                  <a:lnTo>
                    <a:pt x="3335182" y="995153"/>
                  </a:lnTo>
                  <a:lnTo>
                    <a:pt x="3376639" y="1029145"/>
                  </a:lnTo>
                  <a:lnTo>
                    <a:pt x="3410630" y="1070602"/>
                  </a:lnTo>
                  <a:lnTo>
                    <a:pt x="3435642" y="1117451"/>
                  </a:lnTo>
                  <a:lnTo>
                    <a:pt x="3451083" y="1168264"/>
                  </a:lnTo>
                  <a:lnTo>
                    <a:pt x="3456361" y="1221615"/>
                  </a:lnTo>
                  <a:lnTo>
                    <a:pt x="3456361" y="1571610"/>
                  </a:lnTo>
                  <a:lnTo>
                    <a:pt x="3461639" y="1624961"/>
                  </a:lnTo>
                  <a:lnTo>
                    <a:pt x="3477080" y="1675775"/>
                  </a:lnTo>
                  <a:lnTo>
                    <a:pt x="3502093" y="1722624"/>
                  </a:lnTo>
                  <a:lnTo>
                    <a:pt x="3536085" y="1764082"/>
                  </a:lnTo>
                  <a:lnTo>
                    <a:pt x="3577543" y="1798074"/>
                  </a:lnTo>
                  <a:lnTo>
                    <a:pt x="3624392" y="1823086"/>
                  </a:lnTo>
                  <a:lnTo>
                    <a:pt x="3675206" y="1838526"/>
                  </a:lnTo>
                  <a:lnTo>
                    <a:pt x="3728557" y="1843804"/>
                  </a:lnTo>
                  <a:lnTo>
                    <a:pt x="4190993" y="1843804"/>
                  </a:lnTo>
                  <a:lnTo>
                    <a:pt x="4244342" y="1849082"/>
                  </a:lnTo>
                  <a:lnTo>
                    <a:pt x="4295156" y="1864523"/>
                  </a:lnTo>
                  <a:lnTo>
                    <a:pt x="4342004" y="1889535"/>
                  </a:lnTo>
                  <a:lnTo>
                    <a:pt x="4383461" y="1923526"/>
                  </a:lnTo>
                  <a:lnTo>
                    <a:pt x="4417453" y="1964983"/>
                  </a:lnTo>
                  <a:lnTo>
                    <a:pt x="4442465" y="2011832"/>
                  </a:lnTo>
                  <a:lnTo>
                    <a:pt x="4457905" y="2062645"/>
                  </a:lnTo>
                  <a:lnTo>
                    <a:pt x="4463184" y="2115995"/>
                  </a:lnTo>
                  <a:lnTo>
                    <a:pt x="4463184" y="2186084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0" y="6026467"/>
              <a:ext cx="8122920" cy="4260850"/>
            </a:xfrm>
            <a:custGeom>
              <a:rect b="b" l="l" r="r" t="t"/>
              <a:pathLst>
                <a:path extrusionOk="0" h="4260850" w="8122920">
                  <a:moveTo>
                    <a:pt x="3500120" y="2115985"/>
                  </a:moveTo>
                  <a:lnTo>
                    <a:pt x="3494849" y="2062645"/>
                  </a:lnTo>
                  <a:lnTo>
                    <a:pt x="3479406" y="2011832"/>
                  </a:lnTo>
                  <a:lnTo>
                    <a:pt x="3454400" y="1964982"/>
                  </a:lnTo>
                  <a:lnTo>
                    <a:pt x="3420402" y="1923516"/>
                  </a:lnTo>
                  <a:lnTo>
                    <a:pt x="3378949" y="1889531"/>
                  </a:lnTo>
                  <a:lnTo>
                    <a:pt x="3332099" y="1864512"/>
                  </a:lnTo>
                  <a:lnTo>
                    <a:pt x="3281286" y="1849081"/>
                  </a:lnTo>
                  <a:lnTo>
                    <a:pt x="3227933" y="1843798"/>
                  </a:lnTo>
                  <a:lnTo>
                    <a:pt x="2765501" y="1843798"/>
                  </a:lnTo>
                  <a:lnTo>
                    <a:pt x="2712148" y="1838515"/>
                  </a:lnTo>
                  <a:lnTo>
                    <a:pt x="2661335" y="1823085"/>
                  </a:lnTo>
                  <a:lnTo>
                    <a:pt x="2614485" y="1798066"/>
                  </a:lnTo>
                  <a:lnTo>
                    <a:pt x="2573020" y="1764080"/>
                  </a:lnTo>
                  <a:lnTo>
                    <a:pt x="2539034" y="1722615"/>
                  </a:lnTo>
                  <a:lnTo>
                    <a:pt x="2514015" y="1675765"/>
                  </a:lnTo>
                  <a:lnTo>
                    <a:pt x="2498585" y="1624952"/>
                  </a:lnTo>
                  <a:lnTo>
                    <a:pt x="2493302" y="1571599"/>
                  </a:lnTo>
                  <a:lnTo>
                    <a:pt x="2493302" y="1221613"/>
                  </a:lnTo>
                  <a:lnTo>
                    <a:pt x="2488019" y="1168260"/>
                  </a:lnTo>
                  <a:lnTo>
                    <a:pt x="2472588" y="1117447"/>
                  </a:lnTo>
                  <a:lnTo>
                    <a:pt x="2447569" y="1070597"/>
                  </a:lnTo>
                  <a:lnTo>
                    <a:pt x="2413584" y="1029144"/>
                  </a:lnTo>
                  <a:lnTo>
                    <a:pt x="2372118" y="995146"/>
                  </a:lnTo>
                  <a:lnTo>
                    <a:pt x="2325268" y="970140"/>
                  </a:lnTo>
                  <a:lnTo>
                    <a:pt x="2274455" y="954697"/>
                  </a:lnTo>
                  <a:lnTo>
                    <a:pt x="2221115" y="949413"/>
                  </a:lnTo>
                  <a:lnTo>
                    <a:pt x="938123" y="949413"/>
                  </a:lnTo>
                  <a:lnTo>
                    <a:pt x="889190" y="945032"/>
                  </a:lnTo>
                  <a:lnTo>
                    <a:pt x="843140" y="932383"/>
                  </a:lnTo>
                  <a:lnTo>
                    <a:pt x="800747" y="912253"/>
                  </a:lnTo>
                  <a:lnTo>
                    <a:pt x="762749" y="885405"/>
                  </a:lnTo>
                  <a:lnTo>
                    <a:pt x="729945" y="852589"/>
                  </a:lnTo>
                  <a:lnTo>
                    <a:pt x="703097" y="814603"/>
                  </a:lnTo>
                  <a:lnTo>
                    <a:pt x="682955" y="772198"/>
                  </a:lnTo>
                  <a:lnTo>
                    <a:pt x="670318" y="726147"/>
                  </a:lnTo>
                  <a:lnTo>
                    <a:pt x="665924" y="677227"/>
                  </a:lnTo>
                  <a:lnTo>
                    <a:pt x="665924" y="272186"/>
                  </a:lnTo>
                  <a:lnTo>
                    <a:pt x="661543" y="223253"/>
                  </a:lnTo>
                  <a:lnTo>
                    <a:pt x="648906" y="177215"/>
                  </a:lnTo>
                  <a:lnTo>
                    <a:pt x="628764" y="134810"/>
                  </a:lnTo>
                  <a:lnTo>
                    <a:pt x="601916" y="96812"/>
                  </a:lnTo>
                  <a:lnTo>
                    <a:pt x="569112" y="64008"/>
                  </a:lnTo>
                  <a:lnTo>
                    <a:pt x="531114" y="37160"/>
                  </a:lnTo>
                  <a:lnTo>
                    <a:pt x="488721" y="17030"/>
                  </a:lnTo>
                  <a:lnTo>
                    <a:pt x="442671" y="4381"/>
                  </a:lnTo>
                  <a:lnTo>
                    <a:pt x="393738" y="0"/>
                  </a:lnTo>
                  <a:lnTo>
                    <a:pt x="0" y="0"/>
                  </a:lnTo>
                  <a:lnTo>
                    <a:pt x="0" y="2022678"/>
                  </a:lnTo>
                  <a:lnTo>
                    <a:pt x="1598942" y="2022678"/>
                  </a:lnTo>
                  <a:lnTo>
                    <a:pt x="1652282" y="2027948"/>
                  </a:lnTo>
                  <a:lnTo>
                    <a:pt x="1703095" y="2043391"/>
                  </a:lnTo>
                  <a:lnTo>
                    <a:pt x="1749945" y="2068410"/>
                  </a:lnTo>
                  <a:lnTo>
                    <a:pt x="1791411" y="2102396"/>
                  </a:lnTo>
                  <a:lnTo>
                    <a:pt x="1825396" y="2143861"/>
                  </a:lnTo>
                  <a:lnTo>
                    <a:pt x="1850415" y="2190699"/>
                  </a:lnTo>
                  <a:lnTo>
                    <a:pt x="1865845" y="2241512"/>
                  </a:lnTo>
                  <a:lnTo>
                    <a:pt x="1871129" y="2294864"/>
                  </a:lnTo>
                  <a:lnTo>
                    <a:pt x="1871129" y="2644864"/>
                  </a:lnTo>
                  <a:lnTo>
                    <a:pt x="1875510" y="2693797"/>
                  </a:lnTo>
                  <a:lnTo>
                    <a:pt x="1888159" y="2739847"/>
                  </a:lnTo>
                  <a:lnTo>
                    <a:pt x="1908289" y="2782252"/>
                  </a:lnTo>
                  <a:lnTo>
                    <a:pt x="1935149" y="2820238"/>
                  </a:lnTo>
                  <a:lnTo>
                    <a:pt x="1967953" y="2853042"/>
                  </a:lnTo>
                  <a:lnTo>
                    <a:pt x="2005939" y="2879902"/>
                  </a:lnTo>
                  <a:lnTo>
                    <a:pt x="2048344" y="2900032"/>
                  </a:lnTo>
                  <a:lnTo>
                    <a:pt x="2094395" y="2912668"/>
                  </a:lnTo>
                  <a:lnTo>
                    <a:pt x="2143328" y="2917063"/>
                  </a:lnTo>
                  <a:lnTo>
                    <a:pt x="3227933" y="2917063"/>
                  </a:lnTo>
                  <a:lnTo>
                    <a:pt x="3281286" y="2911779"/>
                  </a:lnTo>
                  <a:lnTo>
                    <a:pt x="3332099" y="2896336"/>
                  </a:lnTo>
                  <a:lnTo>
                    <a:pt x="3378949" y="2871330"/>
                  </a:lnTo>
                  <a:lnTo>
                    <a:pt x="3420402" y="2837332"/>
                  </a:lnTo>
                  <a:lnTo>
                    <a:pt x="3454400" y="2795879"/>
                  </a:lnTo>
                  <a:lnTo>
                    <a:pt x="3479406" y="2749029"/>
                  </a:lnTo>
                  <a:lnTo>
                    <a:pt x="3494849" y="2698216"/>
                  </a:lnTo>
                  <a:lnTo>
                    <a:pt x="3500120" y="2644864"/>
                  </a:lnTo>
                  <a:lnTo>
                    <a:pt x="3500120" y="2115985"/>
                  </a:lnTo>
                  <a:close/>
                </a:path>
                <a:path extrusionOk="0" h="4260850" w="8122920">
                  <a:moveTo>
                    <a:pt x="8122361" y="3911562"/>
                  </a:moveTo>
                  <a:lnTo>
                    <a:pt x="8117980" y="3862628"/>
                  </a:lnTo>
                  <a:lnTo>
                    <a:pt x="8105330" y="3816578"/>
                  </a:lnTo>
                  <a:lnTo>
                    <a:pt x="8085201" y="3774173"/>
                  </a:lnTo>
                  <a:lnTo>
                    <a:pt x="8058353" y="3736187"/>
                  </a:lnTo>
                  <a:lnTo>
                    <a:pt x="8025549" y="3703383"/>
                  </a:lnTo>
                  <a:lnTo>
                    <a:pt x="7987551" y="3676523"/>
                  </a:lnTo>
                  <a:lnTo>
                    <a:pt x="7945145" y="3656393"/>
                  </a:lnTo>
                  <a:lnTo>
                    <a:pt x="7899095" y="3643744"/>
                  </a:lnTo>
                  <a:lnTo>
                    <a:pt x="7850175" y="3639362"/>
                  </a:lnTo>
                  <a:lnTo>
                    <a:pt x="5560365" y="3639362"/>
                  </a:lnTo>
                  <a:lnTo>
                    <a:pt x="5507012" y="3634079"/>
                  </a:lnTo>
                  <a:lnTo>
                    <a:pt x="5456199" y="3618649"/>
                  </a:lnTo>
                  <a:lnTo>
                    <a:pt x="5409362" y="3593630"/>
                  </a:lnTo>
                  <a:lnTo>
                    <a:pt x="5367896" y="3559645"/>
                  </a:lnTo>
                  <a:lnTo>
                    <a:pt x="5333911" y="3518179"/>
                  </a:lnTo>
                  <a:lnTo>
                    <a:pt x="5308892" y="3471329"/>
                  </a:lnTo>
                  <a:lnTo>
                    <a:pt x="5293449" y="3420516"/>
                  </a:lnTo>
                  <a:lnTo>
                    <a:pt x="5288178" y="3367176"/>
                  </a:lnTo>
                  <a:lnTo>
                    <a:pt x="5288178" y="3017177"/>
                  </a:lnTo>
                  <a:lnTo>
                    <a:pt x="5283797" y="2968244"/>
                  </a:lnTo>
                  <a:lnTo>
                    <a:pt x="5271147" y="2922193"/>
                  </a:lnTo>
                  <a:lnTo>
                    <a:pt x="5251018" y="2879788"/>
                  </a:lnTo>
                  <a:lnTo>
                    <a:pt x="5224157" y="2841802"/>
                  </a:lnTo>
                  <a:lnTo>
                    <a:pt x="5191353" y="2808998"/>
                  </a:lnTo>
                  <a:lnTo>
                    <a:pt x="5153368" y="2782138"/>
                  </a:lnTo>
                  <a:lnTo>
                    <a:pt x="5110962" y="2762008"/>
                  </a:lnTo>
                  <a:lnTo>
                    <a:pt x="5064912" y="2749359"/>
                  </a:lnTo>
                  <a:lnTo>
                    <a:pt x="5015979" y="2744978"/>
                  </a:lnTo>
                  <a:lnTo>
                    <a:pt x="3931374" y="2744978"/>
                  </a:lnTo>
                  <a:lnTo>
                    <a:pt x="3878021" y="2750261"/>
                  </a:lnTo>
                  <a:lnTo>
                    <a:pt x="3827208" y="2765704"/>
                  </a:lnTo>
                  <a:lnTo>
                    <a:pt x="3780358" y="2790710"/>
                  </a:lnTo>
                  <a:lnTo>
                    <a:pt x="3738905" y="2824708"/>
                  </a:lnTo>
                  <a:lnTo>
                    <a:pt x="3704907" y="2866161"/>
                  </a:lnTo>
                  <a:lnTo>
                    <a:pt x="3679901" y="2913011"/>
                  </a:lnTo>
                  <a:lnTo>
                    <a:pt x="3664458" y="2963824"/>
                  </a:lnTo>
                  <a:lnTo>
                    <a:pt x="3659187" y="3017177"/>
                  </a:lnTo>
                  <a:lnTo>
                    <a:pt x="3659187" y="3546043"/>
                  </a:lnTo>
                  <a:lnTo>
                    <a:pt x="3664458" y="3599396"/>
                  </a:lnTo>
                  <a:lnTo>
                    <a:pt x="3679901" y="3650208"/>
                  </a:lnTo>
                  <a:lnTo>
                    <a:pt x="3704907" y="3697059"/>
                  </a:lnTo>
                  <a:lnTo>
                    <a:pt x="3738905" y="3738511"/>
                  </a:lnTo>
                  <a:lnTo>
                    <a:pt x="3780358" y="3772509"/>
                  </a:lnTo>
                  <a:lnTo>
                    <a:pt x="3827208" y="3797516"/>
                  </a:lnTo>
                  <a:lnTo>
                    <a:pt x="3878021" y="3812959"/>
                  </a:lnTo>
                  <a:lnTo>
                    <a:pt x="3931374" y="3818242"/>
                  </a:lnTo>
                  <a:lnTo>
                    <a:pt x="4393806" y="3818242"/>
                  </a:lnTo>
                  <a:lnTo>
                    <a:pt x="4447159" y="3823512"/>
                  </a:lnTo>
                  <a:lnTo>
                    <a:pt x="4497971" y="3838956"/>
                  </a:lnTo>
                  <a:lnTo>
                    <a:pt x="4544822" y="3863975"/>
                  </a:lnTo>
                  <a:lnTo>
                    <a:pt x="4586275" y="3897960"/>
                  </a:lnTo>
                  <a:lnTo>
                    <a:pt x="4620272" y="3939413"/>
                  </a:lnTo>
                  <a:lnTo>
                    <a:pt x="4645279" y="3986263"/>
                  </a:lnTo>
                  <a:lnTo>
                    <a:pt x="4660722" y="4037088"/>
                  </a:lnTo>
                  <a:lnTo>
                    <a:pt x="4666005" y="4090428"/>
                  </a:lnTo>
                  <a:lnTo>
                    <a:pt x="4666005" y="4260532"/>
                  </a:lnTo>
                  <a:lnTo>
                    <a:pt x="8122361" y="4260532"/>
                  </a:lnTo>
                  <a:lnTo>
                    <a:pt x="8122361" y="3911562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5" name="Google Shape;75;p15"/>
          <p:cNvSpPr txBox="1"/>
          <p:nvPr/>
        </p:nvSpPr>
        <p:spPr>
          <a:xfrm>
            <a:off x="12083125" y="7329225"/>
            <a:ext cx="4318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presented by</a:t>
            </a:r>
            <a:endParaRPr sz="4000">
              <a:solidFill>
                <a:srgbClr val="262626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- </a:t>
            </a:r>
            <a:r>
              <a:rPr b="1" lang="en-US" sz="4000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Hack Overflow</a:t>
            </a:r>
            <a:endParaRPr b="1" sz="4000">
              <a:solidFill>
                <a:srgbClr val="26262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388825" y="4771125"/>
            <a:ext cx="11001300" cy="12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Securely store, manage, rotate, and call multiple API keys from one place — with zero plaintext leaks and unified interface.</a:t>
            </a:r>
            <a:endParaRPr b="1" sz="3600">
              <a:solidFill>
                <a:schemeClr val="dk1"/>
              </a:solidFill>
              <a:highlight>
                <a:schemeClr val="lt1"/>
              </a:highlight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008725" y="2556075"/>
            <a:ext cx="5025300" cy="15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0">
                <a:solidFill>
                  <a:schemeClr val="accent1"/>
                </a:solidFill>
              </a:rPr>
              <a:t>onekey</a:t>
            </a:r>
            <a:endParaRPr b="1" sz="11000">
              <a:solidFill>
                <a:schemeClr val="accent1"/>
              </a:solidFill>
            </a:endParaRPr>
          </a:p>
        </p:txBody>
      </p:sp>
      <p:pic>
        <p:nvPicPr>
          <p:cNvPr descr="0e3745d5-1c69-4e3a-98a5-92ee00ca2a12.jpg" id="78" name="Google Shape;7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971799" cy="164306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5421175" y="6354975"/>
            <a:ext cx="3000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deployment link goes —-&gt;  </a:t>
            </a:r>
            <a:r>
              <a:rPr b="1" lang="en-US" sz="2600" u="sng">
                <a:solidFill>
                  <a:schemeClr val="hlink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  <a:hlinkClick r:id="rId5"/>
              </a:rPr>
              <a:t>here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-202175" y="3092150"/>
            <a:ext cx="6663600" cy="24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3850">
            <a:spAutoFit/>
          </a:bodyPr>
          <a:lstStyle/>
          <a:p>
            <a:pPr indent="0" lvl="0" marL="469900" marR="5080" rtl="0" algn="l">
              <a:lnSpc>
                <a:spcPct val="7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rPr>
              <a:t>OUR TEAM</a:t>
            </a:r>
            <a:br>
              <a:rPr b="1" lang="en-US" sz="92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9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6495377" y="7120455"/>
            <a:ext cx="1793240" cy="3166745"/>
          </a:xfrm>
          <a:custGeom>
            <a:rect b="b" l="l" r="r" t="t"/>
            <a:pathLst>
              <a:path extrusionOk="0" h="3166745" w="1793240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86" name="Google Shape;86;p16"/>
          <p:cNvGrpSpPr/>
          <p:nvPr/>
        </p:nvGrpSpPr>
        <p:grpSpPr>
          <a:xfrm>
            <a:off x="13969984" y="0"/>
            <a:ext cx="4318634" cy="3743952"/>
            <a:chOff x="13969984" y="0"/>
            <a:chExt cx="4318634" cy="3743952"/>
          </a:xfrm>
        </p:grpSpPr>
        <p:sp>
          <p:nvSpPr>
            <p:cNvPr id="87" name="Google Shape;87;p16"/>
            <p:cNvSpPr/>
            <p:nvPr/>
          </p:nvSpPr>
          <p:spPr>
            <a:xfrm>
              <a:off x="13969984" y="0"/>
              <a:ext cx="4318634" cy="2190750"/>
            </a:xfrm>
            <a:custGeom>
              <a:rect b="b" l="l" r="r" t="t"/>
              <a:pathLst>
                <a:path extrusionOk="0" h="2190750" w="4318634">
                  <a:moveTo>
                    <a:pt x="4318016" y="2190346"/>
                  </a:moveTo>
                  <a:lnTo>
                    <a:pt x="4105453" y="2190346"/>
                  </a:lnTo>
                  <a:lnTo>
                    <a:pt x="4056639" y="2187062"/>
                  </a:lnTo>
                  <a:lnTo>
                    <a:pt x="4009821" y="2177496"/>
                  </a:lnTo>
                  <a:lnTo>
                    <a:pt x="3965427" y="2162076"/>
                  </a:lnTo>
                  <a:lnTo>
                    <a:pt x="3923887" y="2141232"/>
                  </a:lnTo>
                  <a:lnTo>
                    <a:pt x="3885628" y="2115391"/>
                  </a:lnTo>
                  <a:lnTo>
                    <a:pt x="3851080" y="2084982"/>
                  </a:lnTo>
                  <a:lnTo>
                    <a:pt x="3820672" y="2050434"/>
                  </a:lnTo>
                  <a:lnTo>
                    <a:pt x="3794831" y="2012176"/>
                  </a:lnTo>
                  <a:lnTo>
                    <a:pt x="3773986" y="1970635"/>
                  </a:lnTo>
                  <a:lnTo>
                    <a:pt x="3758566" y="1926242"/>
                  </a:lnTo>
                  <a:lnTo>
                    <a:pt x="3749000" y="1879424"/>
                  </a:lnTo>
                  <a:lnTo>
                    <a:pt x="3745716" y="1830610"/>
                  </a:lnTo>
                  <a:lnTo>
                    <a:pt x="3745716" y="1368045"/>
                  </a:lnTo>
                  <a:lnTo>
                    <a:pt x="3742597" y="1320760"/>
                  </a:lnTo>
                  <a:lnTo>
                    <a:pt x="3733393" y="1274686"/>
                  </a:lnTo>
                  <a:lnTo>
                    <a:pt x="3718334" y="1230381"/>
                  </a:lnTo>
                  <a:lnTo>
                    <a:pt x="3697654" y="1188405"/>
                  </a:lnTo>
                  <a:lnTo>
                    <a:pt x="3671583" y="1149316"/>
                  </a:lnTo>
                  <a:lnTo>
                    <a:pt x="3640353" y="1113675"/>
                  </a:lnTo>
                  <a:lnTo>
                    <a:pt x="3604712" y="1082445"/>
                  </a:lnTo>
                  <a:lnTo>
                    <a:pt x="3565624" y="1056375"/>
                  </a:lnTo>
                  <a:lnTo>
                    <a:pt x="3523648" y="1035695"/>
                  </a:lnTo>
                  <a:lnTo>
                    <a:pt x="3479343" y="1020636"/>
                  </a:lnTo>
                  <a:lnTo>
                    <a:pt x="3433268" y="1011432"/>
                  </a:lnTo>
                  <a:lnTo>
                    <a:pt x="3385984" y="1008312"/>
                  </a:lnTo>
                  <a:lnTo>
                    <a:pt x="359732" y="1008312"/>
                  </a:lnTo>
                  <a:lnTo>
                    <a:pt x="310919" y="1005028"/>
                  </a:lnTo>
                  <a:lnTo>
                    <a:pt x="264101" y="995461"/>
                  </a:lnTo>
                  <a:lnTo>
                    <a:pt x="219708" y="980041"/>
                  </a:lnTo>
                  <a:lnTo>
                    <a:pt x="178168" y="959197"/>
                  </a:lnTo>
                  <a:lnTo>
                    <a:pt x="139910" y="933355"/>
                  </a:lnTo>
                  <a:lnTo>
                    <a:pt x="105363" y="902947"/>
                  </a:lnTo>
                  <a:lnTo>
                    <a:pt x="74954" y="868399"/>
                  </a:lnTo>
                  <a:lnTo>
                    <a:pt x="49114" y="830141"/>
                  </a:lnTo>
                  <a:lnTo>
                    <a:pt x="28269" y="788601"/>
                  </a:lnTo>
                  <a:lnTo>
                    <a:pt x="12850" y="744207"/>
                  </a:lnTo>
                  <a:lnTo>
                    <a:pt x="3284" y="697390"/>
                  </a:lnTo>
                  <a:lnTo>
                    <a:pt x="0" y="648576"/>
                  </a:lnTo>
                  <a:lnTo>
                    <a:pt x="0" y="0"/>
                  </a:lnTo>
                  <a:lnTo>
                    <a:pt x="4318016" y="0"/>
                  </a:lnTo>
                  <a:lnTo>
                    <a:pt x="4318016" y="2190346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15473726" y="1142992"/>
              <a:ext cx="2814319" cy="2600960"/>
            </a:xfrm>
            <a:custGeom>
              <a:rect b="b" l="l" r="r" t="t"/>
              <a:pathLst>
                <a:path extrusionOk="0" h="2600960" w="2814319">
                  <a:moveTo>
                    <a:pt x="359732" y="0"/>
                  </a:moveTo>
                  <a:lnTo>
                    <a:pt x="1793173" y="0"/>
                  </a:lnTo>
                  <a:lnTo>
                    <a:pt x="1841988" y="3283"/>
                  </a:lnTo>
                  <a:lnTo>
                    <a:pt x="1888806" y="12850"/>
                  </a:lnTo>
                  <a:lnTo>
                    <a:pt x="1933199" y="28269"/>
                  </a:lnTo>
                  <a:lnTo>
                    <a:pt x="1974740" y="49114"/>
                  </a:lnTo>
                  <a:lnTo>
                    <a:pt x="2012998" y="74955"/>
                  </a:lnTo>
                  <a:lnTo>
                    <a:pt x="2047546" y="105364"/>
                  </a:lnTo>
                  <a:lnTo>
                    <a:pt x="2077955" y="139912"/>
                  </a:lnTo>
                  <a:lnTo>
                    <a:pt x="2103796" y="178170"/>
                  </a:lnTo>
                  <a:lnTo>
                    <a:pt x="2124640" y="219710"/>
                  </a:lnTo>
                  <a:lnTo>
                    <a:pt x="2140060" y="264104"/>
                  </a:lnTo>
                  <a:lnTo>
                    <a:pt x="2149626" y="310922"/>
                  </a:lnTo>
                  <a:lnTo>
                    <a:pt x="2152910" y="359736"/>
                  </a:lnTo>
                  <a:lnTo>
                    <a:pt x="2152910" y="822300"/>
                  </a:lnTo>
                  <a:lnTo>
                    <a:pt x="2156029" y="869585"/>
                  </a:lnTo>
                  <a:lnTo>
                    <a:pt x="2165234" y="915660"/>
                  </a:lnTo>
                  <a:lnTo>
                    <a:pt x="2180292" y="959965"/>
                  </a:lnTo>
                  <a:lnTo>
                    <a:pt x="2200972" y="1001941"/>
                  </a:lnTo>
                  <a:lnTo>
                    <a:pt x="2227043" y="1041030"/>
                  </a:lnTo>
                  <a:lnTo>
                    <a:pt x="2258273" y="1076671"/>
                  </a:lnTo>
                  <a:lnTo>
                    <a:pt x="2293914" y="1107901"/>
                  </a:lnTo>
                  <a:lnTo>
                    <a:pt x="2333003" y="1133971"/>
                  </a:lnTo>
                  <a:lnTo>
                    <a:pt x="2374979" y="1154651"/>
                  </a:lnTo>
                  <a:lnTo>
                    <a:pt x="2419284" y="1169709"/>
                  </a:lnTo>
                  <a:lnTo>
                    <a:pt x="2465358" y="1178914"/>
                  </a:lnTo>
                  <a:lnTo>
                    <a:pt x="2512643" y="1182033"/>
                  </a:lnTo>
                  <a:lnTo>
                    <a:pt x="2814274" y="1182033"/>
                  </a:lnTo>
                  <a:lnTo>
                    <a:pt x="2814274" y="2600475"/>
                  </a:lnTo>
                  <a:lnTo>
                    <a:pt x="1690367" y="2600475"/>
                  </a:lnTo>
                  <a:lnTo>
                    <a:pt x="1643082" y="2597355"/>
                  </a:lnTo>
                  <a:lnTo>
                    <a:pt x="1597008" y="2588150"/>
                  </a:lnTo>
                  <a:lnTo>
                    <a:pt x="1552703" y="2573091"/>
                  </a:lnTo>
                  <a:lnTo>
                    <a:pt x="1510727" y="2552411"/>
                  </a:lnTo>
                  <a:lnTo>
                    <a:pt x="1471639" y="2526340"/>
                  </a:lnTo>
                  <a:lnTo>
                    <a:pt x="1435998" y="2495110"/>
                  </a:lnTo>
                  <a:lnTo>
                    <a:pt x="1404768" y="2459468"/>
                  </a:lnTo>
                  <a:lnTo>
                    <a:pt x="1378697" y="2420380"/>
                  </a:lnTo>
                  <a:lnTo>
                    <a:pt x="1358017" y="2378403"/>
                  </a:lnTo>
                  <a:lnTo>
                    <a:pt x="1342958" y="2334098"/>
                  </a:lnTo>
                  <a:lnTo>
                    <a:pt x="1333754" y="2288023"/>
                  </a:lnTo>
                  <a:lnTo>
                    <a:pt x="1330635" y="2240738"/>
                  </a:lnTo>
                  <a:lnTo>
                    <a:pt x="1330635" y="1778177"/>
                  </a:lnTo>
                  <a:lnTo>
                    <a:pt x="1327515" y="1730892"/>
                  </a:lnTo>
                  <a:lnTo>
                    <a:pt x="1318310" y="1684817"/>
                  </a:lnTo>
                  <a:lnTo>
                    <a:pt x="1303251" y="1640511"/>
                  </a:lnTo>
                  <a:lnTo>
                    <a:pt x="1282570" y="1598535"/>
                  </a:lnTo>
                  <a:lnTo>
                    <a:pt x="1256499" y="1559446"/>
                  </a:lnTo>
                  <a:lnTo>
                    <a:pt x="1225269" y="1523804"/>
                  </a:lnTo>
                  <a:lnTo>
                    <a:pt x="1189627" y="1492574"/>
                  </a:lnTo>
                  <a:lnTo>
                    <a:pt x="1150538" y="1466503"/>
                  </a:lnTo>
                  <a:lnTo>
                    <a:pt x="1108561" y="1445823"/>
                  </a:lnTo>
                  <a:lnTo>
                    <a:pt x="1064255" y="1430765"/>
                  </a:lnTo>
                  <a:lnTo>
                    <a:pt x="1018180" y="1421560"/>
                  </a:lnTo>
                  <a:lnTo>
                    <a:pt x="970895" y="1418441"/>
                  </a:lnTo>
                  <a:lnTo>
                    <a:pt x="359732" y="1418441"/>
                  </a:lnTo>
                  <a:lnTo>
                    <a:pt x="312447" y="1415322"/>
                  </a:lnTo>
                  <a:lnTo>
                    <a:pt x="266372" y="1406117"/>
                  </a:lnTo>
                  <a:lnTo>
                    <a:pt x="222067" y="1391059"/>
                  </a:lnTo>
                  <a:lnTo>
                    <a:pt x="180091" y="1370379"/>
                  </a:lnTo>
                  <a:lnTo>
                    <a:pt x="141003" y="1344308"/>
                  </a:lnTo>
                  <a:lnTo>
                    <a:pt x="105361" y="1313079"/>
                  </a:lnTo>
                  <a:lnTo>
                    <a:pt x="74131" y="1277437"/>
                  </a:lnTo>
                  <a:lnTo>
                    <a:pt x="48061" y="1238349"/>
                  </a:lnTo>
                  <a:lnTo>
                    <a:pt x="27381" y="1196372"/>
                  </a:lnTo>
                  <a:lnTo>
                    <a:pt x="12323" y="1152067"/>
                  </a:lnTo>
                  <a:lnTo>
                    <a:pt x="3119" y="1105993"/>
                  </a:lnTo>
                  <a:lnTo>
                    <a:pt x="0" y="1058708"/>
                  </a:lnTo>
                  <a:lnTo>
                    <a:pt x="0" y="359736"/>
                  </a:lnTo>
                  <a:lnTo>
                    <a:pt x="3119" y="312451"/>
                  </a:lnTo>
                  <a:lnTo>
                    <a:pt x="12323" y="266376"/>
                  </a:lnTo>
                  <a:lnTo>
                    <a:pt x="27381" y="222071"/>
                  </a:lnTo>
                  <a:lnTo>
                    <a:pt x="48061" y="180095"/>
                  </a:lnTo>
                  <a:lnTo>
                    <a:pt x="74131" y="141006"/>
                  </a:lnTo>
                  <a:lnTo>
                    <a:pt x="105361" y="105364"/>
                  </a:lnTo>
                  <a:lnTo>
                    <a:pt x="141003" y="74134"/>
                  </a:lnTo>
                  <a:lnTo>
                    <a:pt x="180091" y="48064"/>
                  </a:lnTo>
                  <a:lnTo>
                    <a:pt x="222067" y="27383"/>
                  </a:lnTo>
                  <a:lnTo>
                    <a:pt x="266372" y="12324"/>
                  </a:lnTo>
                  <a:lnTo>
                    <a:pt x="312447" y="3119"/>
                  </a:lnTo>
                  <a:lnTo>
                    <a:pt x="359732" y="0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9" name="Google Shape;89;p16"/>
          <p:cNvSpPr/>
          <p:nvPr/>
        </p:nvSpPr>
        <p:spPr>
          <a:xfrm>
            <a:off x="0" y="0"/>
            <a:ext cx="1927860" cy="2903220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90" name="Google Shape;90;p16"/>
          <p:cNvGrpSpPr/>
          <p:nvPr/>
        </p:nvGrpSpPr>
        <p:grpSpPr>
          <a:xfrm>
            <a:off x="0" y="6026467"/>
            <a:ext cx="8122920" cy="4260850"/>
            <a:chOff x="0" y="6026467"/>
            <a:chExt cx="8122920" cy="4260850"/>
          </a:xfrm>
        </p:grpSpPr>
        <p:sp>
          <p:nvSpPr>
            <p:cNvPr id="91" name="Google Shape;91;p16"/>
            <p:cNvSpPr/>
            <p:nvPr/>
          </p:nvSpPr>
          <p:spPr>
            <a:xfrm>
              <a:off x="108968" y="8100915"/>
              <a:ext cx="4463415" cy="2186304"/>
            </a:xfrm>
            <a:custGeom>
              <a:rect b="b" l="l" r="r" t="t"/>
              <a:pathLst>
                <a:path extrusionOk="0" h="2186304" w="4463415">
                  <a:moveTo>
                    <a:pt x="4463184" y="2186084"/>
                  </a:moveTo>
                  <a:lnTo>
                    <a:pt x="2811000" y="2186084"/>
                  </a:lnTo>
                  <a:lnTo>
                    <a:pt x="2788457" y="2143860"/>
                  </a:lnTo>
                  <a:lnTo>
                    <a:pt x="2754466" y="2102404"/>
                  </a:lnTo>
                  <a:lnTo>
                    <a:pt x="2713009" y="2068412"/>
                  </a:lnTo>
                  <a:lnTo>
                    <a:pt x="2666160" y="2043400"/>
                  </a:lnTo>
                  <a:lnTo>
                    <a:pt x="2615347" y="2027959"/>
                  </a:lnTo>
                  <a:lnTo>
                    <a:pt x="2561997" y="2022682"/>
                  </a:lnTo>
                  <a:lnTo>
                    <a:pt x="272191" y="2022682"/>
                  </a:lnTo>
                  <a:lnTo>
                    <a:pt x="223264" y="2018296"/>
                  </a:lnTo>
                  <a:lnTo>
                    <a:pt x="177214" y="2005652"/>
                  </a:lnTo>
                  <a:lnTo>
                    <a:pt x="134810" y="1985518"/>
                  </a:lnTo>
                  <a:lnTo>
                    <a:pt x="96821" y="1958664"/>
                  </a:lnTo>
                  <a:lnTo>
                    <a:pt x="64015" y="1925858"/>
                  </a:lnTo>
                  <a:lnTo>
                    <a:pt x="37161" y="1887868"/>
                  </a:lnTo>
                  <a:lnTo>
                    <a:pt x="17028" y="1845464"/>
                  </a:lnTo>
                  <a:lnTo>
                    <a:pt x="4385" y="1799414"/>
                  </a:lnTo>
                  <a:lnTo>
                    <a:pt x="0" y="1750488"/>
                  </a:lnTo>
                  <a:lnTo>
                    <a:pt x="0" y="272191"/>
                  </a:lnTo>
                  <a:lnTo>
                    <a:pt x="4385" y="223264"/>
                  </a:lnTo>
                  <a:lnTo>
                    <a:pt x="17029" y="177215"/>
                  </a:lnTo>
                  <a:lnTo>
                    <a:pt x="37162" y="134811"/>
                  </a:lnTo>
                  <a:lnTo>
                    <a:pt x="64016" y="96822"/>
                  </a:lnTo>
                  <a:lnTo>
                    <a:pt x="96822" y="64016"/>
                  </a:lnTo>
                  <a:lnTo>
                    <a:pt x="134811" y="37162"/>
                  </a:lnTo>
                  <a:lnTo>
                    <a:pt x="177215" y="17029"/>
                  </a:lnTo>
                  <a:lnTo>
                    <a:pt x="223264" y="4385"/>
                  </a:lnTo>
                  <a:lnTo>
                    <a:pt x="272191" y="0"/>
                  </a:lnTo>
                  <a:lnTo>
                    <a:pt x="1356798" y="0"/>
                  </a:lnTo>
                  <a:lnTo>
                    <a:pt x="1405725" y="4385"/>
                  </a:lnTo>
                  <a:lnTo>
                    <a:pt x="1451774" y="17029"/>
                  </a:lnTo>
                  <a:lnTo>
                    <a:pt x="1494178" y="37162"/>
                  </a:lnTo>
                  <a:lnTo>
                    <a:pt x="1532167" y="64016"/>
                  </a:lnTo>
                  <a:lnTo>
                    <a:pt x="1564973" y="96822"/>
                  </a:lnTo>
                  <a:lnTo>
                    <a:pt x="1591827" y="134811"/>
                  </a:lnTo>
                  <a:lnTo>
                    <a:pt x="1611960" y="177215"/>
                  </a:lnTo>
                  <a:lnTo>
                    <a:pt x="1624604" y="223264"/>
                  </a:lnTo>
                  <a:lnTo>
                    <a:pt x="1628989" y="272191"/>
                  </a:lnTo>
                  <a:lnTo>
                    <a:pt x="1628989" y="677230"/>
                  </a:lnTo>
                  <a:lnTo>
                    <a:pt x="1633375" y="726156"/>
                  </a:lnTo>
                  <a:lnTo>
                    <a:pt x="1646018" y="772206"/>
                  </a:lnTo>
                  <a:lnTo>
                    <a:pt x="1666152" y="814610"/>
                  </a:lnTo>
                  <a:lnTo>
                    <a:pt x="1693005" y="852599"/>
                  </a:lnTo>
                  <a:lnTo>
                    <a:pt x="1725811" y="885405"/>
                  </a:lnTo>
                  <a:lnTo>
                    <a:pt x="1763801" y="912259"/>
                  </a:lnTo>
                  <a:lnTo>
                    <a:pt x="1806204" y="932392"/>
                  </a:lnTo>
                  <a:lnTo>
                    <a:pt x="1852254" y="945035"/>
                  </a:lnTo>
                  <a:lnTo>
                    <a:pt x="1901181" y="949421"/>
                  </a:lnTo>
                  <a:lnTo>
                    <a:pt x="3184170" y="949421"/>
                  </a:lnTo>
                  <a:lnTo>
                    <a:pt x="3237520" y="954699"/>
                  </a:lnTo>
                  <a:lnTo>
                    <a:pt x="3288333" y="970140"/>
                  </a:lnTo>
                  <a:lnTo>
                    <a:pt x="3335182" y="995153"/>
                  </a:lnTo>
                  <a:lnTo>
                    <a:pt x="3376639" y="1029145"/>
                  </a:lnTo>
                  <a:lnTo>
                    <a:pt x="3410630" y="1070602"/>
                  </a:lnTo>
                  <a:lnTo>
                    <a:pt x="3435642" y="1117451"/>
                  </a:lnTo>
                  <a:lnTo>
                    <a:pt x="3451083" y="1168264"/>
                  </a:lnTo>
                  <a:lnTo>
                    <a:pt x="3456361" y="1221615"/>
                  </a:lnTo>
                  <a:lnTo>
                    <a:pt x="3456361" y="1571610"/>
                  </a:lnTo>
                  <a:lnTo>
                    <a:pt x="3461639" y="1624961"/>
                  </a:lnTo>
                  <a:lnTo>
                    <a:pt x="3477080" y="1675775"/>
                  </a:lnTo>
                  <a:lnTo>
                    <a:pt x="3502093" y="1722624"/>
                  </a:lnTo>
                  <a:lnTo>
                    <a:pt x="3536085" y="1764082"/>
                  </a:lnTo>
                  <a:lnTo>
                    <a:pt x="3577543" y="1798074"/>
                  </a:lnTo>
                  <a:lnTo>
                    <a:pt x="3624392" y="1823086"/>
                  </a:lnTo>
                  <a:lnTo>
                    <a:pt x="3675206" y="1838526"/>
                  </a:lnTo>
                  <a:lnTo>
                    <a:pt x="3728557" y="1843804"/>
                  </a:lnTo>
                  <a:lnTo>
                    <a:pt x="4190993" y="1843804"/>
                  </a:lnTo>
                  <a:lnTo>
                    <a:pt x="4244342" y="1849082"/>
                  </a:lnTo>
                  <a:lnTo>
                    <a:pt x="4295156" y="1864523"/>
                  </a:lnTo>
                  <a:lnTo>
                    <a:pt x="4342004" y="1889535"/>
                  </a:lnTo>
                  <a:lnTo>
                    <a:pt x="4383461" y="1923526"/>
                  </a:lnTo>
                  <a:lnTo>
                    <a:pt x="4417453" y="1964983"/>
                  </a:lnTo>
                  <a:lnTo>
                    <a:pt x="4442465" y="2011832"/>
                  </a:lnTo>
                  <a:lnTo>
                    <a:pt x="4457905" y="2062645"/>
                  </a:lnTo>
                  <a:lnTo>
                    <a:pt x="4463184" y="2115995"/>
                  </a:lnTo>
                  <a:lnTo>
                    <a:pt x="4463184" y="2186084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0" y="6026467"/>
              <a:ext cx="8122920" cy="4260850"/>
            </a:xfrm>
            <a:custGeom>
              <a:rect b="b" l="l" r="r" t="t"/>
              <a:pathLst>
                <a:path extrusionOk="0" h="4260850" w="8122920">
                  <a:moveTo>
                    <a:pt x="3500120" y="2115985"/>
                  </a:moveTo>
                  <a:lnTo>
                    <a:pt x="3494849" y="2062645"/>
                  </a:lnTo>
                  <a:lnTo>
                    <a:pt x="3479406" y="2011832"/>
                  </a:lnTo>
                  <a:lnTo>
                    <a:pt x="3454400" y="1964982"/>
                  </a:lnTo>
                  <a:lnTo>
                    <a:pt x="3420402" y="1923516"/>
                  </a:lnTo>
                  <a:lnTo>
                    <a:pt x="3378949" y="1889531"/>
                  </a:lnTo>
                  <a:lnTo>
                    <a:pt x="3332099" y="1864512"/>
                  </a:lnTo>
                  <a:lnTo>
                    <a:pt x="3281286" y="1849081"/>
                  </a:lnTo>
                  <a:lnTo>
                    <a:pt x="3227933" y="1843798"/>
                  </a:lnTo>
                  <a:lnTo>
                    <a:pt x="2765501" y="1843798"/>
                  </a:lnTo>
                  <a:lnTo>
                    <a:pt x="2712148" y="1838515"/>
                  </a:lnTo>
                  <a:lnTo>
                    <a:pt x="2661335" y="1823085"/>
                  </a:lnTo>
                  <a:lnTo>
                    <a:pt x="2614485" y="1798066"/>
                  </a:lnTo>
                  <a:lnTo>
                    <a:pt x="2573020" y="1764080"/>
                  </a:lnTo>
                  <a:lnTo>
                    <a:pt x="2539034" y="1722615"/>
                  </a:lnTo>
                  <a:lnTo>
                    <a:pt x="2514015" y="1675765"/>
                  </a:lnTo>
                  <a:lnTo>
                    <a:pt x="2498585" y="1624952"/>
                  </a:lnTo>
                  <a:lnTo>
                    <a:pt x="2493302" y="1571599"/>
                  </a:lnTo>
                  <a:lnTo>
                    <a:pt x="2493302" y="1221613"/>
                  </a:lnTo>
                  <a:lnTo>
                    <a:pt x="2488019" y="1168260"/>
                  </a:lnTo>
                  <a:lnTo>
                    <a:pt x="2472588" y="1117447"/>
                  </a:lnTo>
                  <a:lnTo>
                    <a:pt x="2447569" y="1070597"/>
                  </a:lnTo>
                  <a:lnTo>
                    <a:pt x="2413584" y="1029144"/>
                  </a:lnTo>
                  <a:lnTo>
                    <a:pt x="2372118" y="995146"/>
                  </a:lnTo>
                  <a:lnTo>
                    <a:pt x="2325268" y="970140"/>
                  </a:lnTo>
                  <a:lnTo>
                    <a:pt x="2274455" y="954697"/>
                  </a:lnTo>
                  <a:lnTo>
                    <a:pt x="2221115" y="949413"/>
                  </a:lnTo>
                  <a:lnTo>
                    <a:pt x="938123" y="949413"/>
                  </a:lnTo>
                  <a:lnTo>
                    <a:pt x="889190" y="945032"/>
                  </a:lnTo>
                  <a:lnTo>
                    <a:pt x="843140" y="932383"/>
                  </a:lnTo>
                  <a:lnTo>
                    <a:pt x="800747" y="912253"/>
                  </a:lnTo>
                  <a:lnTo>
                    <a:pt x="762749" y="885405"/>
                  </a:lnTo>
                  <a:lnTo>
                    <a:pt x="729945" y="852589"/>
                  </a:lnTo>
                  <a:lnTo>
                    <a:pt x="703097" y="814603"/>
                  </a:lnTo>
                  <a:lnTo>
                    <a:pt x="682955" y="772198"/>
                  </a:lnTo>
                  <a:lnTo>
                    <a:pt x="670318" y="726147"/>
                  </a:lnTo>
                  <a:lnTo>
                    <a:pt x="665924" y="677227"/>
                  </a:lnTo>
                  <a:lnTo>
                    <a:pt x="665924" y="272186"/>
                  </a:lnTo>
                  <a:lnTo>
                    <a:pt x="661543" y="223253"/>
                  </a:lnTo>
                  <a:lnTo>
                    <a:pt x="648906" y="177215"/>
                  </a:lnTo>
                  <a:lnTo>
                    <a:pt x="628764" y="134810"/>
                  </a:lnTo>
                  <a:lnTo>
                    <a:pt x="601916" y="96812"/>
                  </a:lnTo>
                  <a:lnTo>
                    <a:pt x="569112" y="64008"/>
                  </a:lnTo>
                  <a:lnTo>
                    <a:pt x="531114" y="37160"/>
                  </a:lnTo>
                  <a:lnTo>
                    <a:pt x="488721" y="17030"/>
                  </a:lnTo>
                  <a:lnTo>
                    <a:pt x="442671" y="4381"/>
                  </a:lnTo>
                  <a:lnTo>
                    <a:pt x="393738" y="0"/>
                  </a:lnTo>
                  <a:lnTo>
                    <a:pt x="0" y="0"/>
                  </a:lnTo>
                  <a:lnTo>
                    <a:pt x="0" y="2022678"/>
                  </a:lnTo>
                  <a:lnTo>
                    <a:pt x="1598942" y="2022678"/>
                  </a:lnTo>
                  <a:lnTo>
                    <a:pt x="1652282" y="2027948"/>
                  </a:lnTo>
                  <a:lnTo>
                    <a:pt x="1703095" y="2043391"/>
                  </a:lnTo>
                  <a:lnTo>
                    <a:pt x="1749945" y="2068410"/>
                  </a:lnTo>
                  <a:lnTo>
                    <a:pt x="1791411" y="2102396"/>
                  </a:lnTo>
                  <a:lnTo>
                    <a:pt x="1825396" y="2143861"/>
                  </a:lnTo>
                  <a:lnTo>
                    <a:pt x="1850415" y="2190699"/>
                  </a:lnTo>
                  <a:lnTo>
                    <a:pt x="1865845" y="2241512"/>
                  </a:lnTo>
                  <a:lnTo>
                    <a:pt x="1871129" y="2294864"/>
                  </a:lnTo>
                  <a:lnTo>
                    <a:pt x="1871129" y="2644864"/>
                  </a:lnTo>
                  <a:lnTo>
                    <a:pt x="1875510" y="2693797"/>
                  </a:lnTo>
                  <a:lnTo>
                    <a:pt x="1888159" y="2739847"/>
                  </a:lnTo>
                  <a:lnTo>
                    <a:pt x="1908289" y="2782252"/>
                  </a:lnTo>
                  <a:lnTo>
                    <a:pt x="1935149" y="2820238"/>
                  </a:lnTo>
                  <a:lnTo>
                    <a:pt x="1967953" y="2853042"/>
                  </a:lnTo>
                  <a:lnTo>
                    <a:pt x="2005939" y="2879902"/>
                  </a:lnTo>
                  <a:lnTo>
                    <a:pt x="2048344" y="2900032"/>
                  </a:lnTo>
                  <a:lnTo>
                    <a:pt x="2094395" y="2912668"/>
                  </a:lnTo>
                  <a:lnTo>
                    <a:pt x="2143328" y="2917063"/>
                  </a:lnTo>
                  <a:lnTo>
                    <a:pt x="3227933" y="2917063"/>
                  </a:lnTo>
                  <a:lnTo>
                    <a:pt x="3281286" y="2911779"/>
                  </a:lnTo>
                  <a:lnTo>
                    <a:pt x="3332099" y="2896336"/>
                  </a:lnTo>
                  <a:lnTo>
                    <a:pt x="3378949" y="2871330"/>
                  </a:lnTo>
                  <a:lnTo>
                    <a:pt x="3420402" y="2837332"/>
                  </a:lnTo>
                  <a:lnTo>
                    <a:pt x="3454400" y="2795879"/>
                  </a:lnTo>
                  <a:lnTo>
                    <a:pt x="3479406" y="2749029"/>
                  </a:lnTo>
                  <a:lnTo>
                    <a:pt x="3494849" y="2698216"/>
                  </a:lnTo>
                  <a:lnTo>
                    <a:pt x="3500120" y="2644864"/>
                  </a:lnTo>
                  <a:lnTo>
                    <a:pt x="3500120" y="2115985"/>
                  </a:lnTo>
                  <a:close/>
                </a:path>
                <a:path extrusionOk="0" h="4260850" w="8122920">
                  <a:moveTo>
                    <a:pt x="8122361" y="3911562"/>
                  </a:moveTo>
                  <a:lnTo>
                    <a:pt x="8117980" y="3862628"/>
                  </a:lnTo>
                  <a:lnTo>
                    <a:pt x="8105330" y="3816578"/>
                  </a:lnTo>
                  <a:lnTo>
                    <a:pt x="8085201" y="3774173"/>
                  </a:lnTo>
                  <a:lnTo>
                    <a:pt x="8058353" y="3736187"/>
                  </a:lnTo>
                  <a:lnTo>
                    <a:pt x="8025549" y="3703383"/>
                  </a:lnTo>
                  <a:lnTo>
                    <a:pt x="7987551" y="3676523"/>
                  </a:lnTo>
                  <a:lnTo>
                    <a:pt x="7945145" y="3656393"/>
                  </a:lnTo>
                  <a:lnTo>
                    <a:pt x="7899095" y="3643744"/>
                  </a:lnTo>
                  <a:lnTo>
                    <a:pt x="7850175" y="3639362"/>
                  </a:lnTo>
                  <a:lnTo>
                    <a:pt x="5560365" y="3639362"/>
                  </a:lnTo>
                  <a:lnTo>
                    <a:pt x="5507012" y="3634079"/>
                  </a:lnTo>
                  <a:lnTo>
                    <a:pt x="5456199" y="3618649"/>
                  </a:lnTo>
                  <a:lnTo>
                    <a:pt x="5409362" y="3593630"/>
                  </a:lnTo>
                  <a:lnTo>
                    <a:pt x="5367896" y="3559645"/>
                  </a:lnTo>
                  <a:lnTo>
                    <a:pt x="5333911" y="3518179"/>
                  </a:lnTo>
                  <a:lnTo>
                    <a:pt x="5308892" y="3471329"/>
                  </a:lnTo>
                  <a:lnTo>
                    <a:pt x="5293449" y="3420516"/>
                  </a:lnTo>
                  <a:lnTo>
                    <a:pt x="5288178" y="3367176"/>
                  </a:lnTo>
                  <a:lnTo>
                    <a:pt x="5288178" y="3017177"/>
                  </a:lnTo>
                  <a:lnTo>
                    <a:pt x="5283797" y="2968244"/>
                  </a:lnTo>
                  <a:lnTo>
                    <a:pt x="5271147" y="2922193"/>
                  </a:lnTo>
                  <a:lnTo>
                    <a:pt x="5251018" y="2879788"/>
                  </a:lnTo>
                  <a:lnTo>
                    <a:pt x="5224157" y="2841802"/>
                  </a:lnTo>
                  <a:lnTo>
                    <a:pt x="5191353" y="2808998"/>
                  </a:lnTo>
                  <a:lnTo>
                    <a:pt x="5153368" y="2782138"/>
                  </a:lnTo>
                  <a:lnTo>
                    <a:pt x="5110962" y="2762008"/>
                  </a:lnTo>
                  <a:lnTo>
                    <a:pt x="5064912" y="2749359"/>
                  </a:lnTo>
                  <a:lnTo>
                    <a:pt x="5015979" y="2744978"/>
                  </a:lnTo>
                  <a:lnTo>
                    <a:pt x="3931374" y="2744978"/>
                  </a:lnTo>
                  <a:lnTo>
                    <a:pt x="3878021" y="2750261"/>
                  </a:lnTo>
                  <a:lnTo>
                    <a:pt x="3827208" y="2765704"/>
                  </a:lnTo>
                  <a:lnTo>
                    <a:pt x="3780358" y="2790710"/>
                  </a:lnTo>
                  <a:lnTo>
                    <a:pt x="3738905" y="2824708"/>
                  </a:lnTo>
                  <a:lnTo>
                    <a:pt x="3704907" y="2866161"/>
                  </a:lnTo>
                  <a:lnTo>
                    <a:pt x="3679901" y="2913011"/>
                  </a:lnTo>
                  <a:lnTo>
                    <a:pt x="3664458" y="2963824"/>
                  </a:lnTo>
                  <a:lnTo>
                    <a:pt x="3659187" y="3017177"/>
                  </a:lnTo>
                  <a:lnTo>
                    <a:pt x="3659187" y="3546043"/>
                  </a:lnTo>
                  <a:lnTo>
                    <a:pt x="3664458" y="3599396"/>
                  </a:lnTo>
                  <a:lnTo>
                    <a:pt x="3679901" y="3650208"/>
                  </a:lnTo>
                  <a:lnTo>
                    <a:pt x="3704907" y="3697059"/>
                  </a:lnTo>
                  <a:lnTo>
                    <a:pt x="3738905" y="3738511"/>
                  </a:lnTo>
                  <a:lnTo>
                    <a:pt x="3780358" y="3772509"/>
                  </a:lnTo>
                  <a:lnTo>
                    <a:pt x="3827208" y="3797516"/>
                  </a:lnTo>
                  <a:lnTo>
                    <a:pt x="3878021" y="3812959"/>
                  </a:lnTo>
                  <a:lnTo>
                    <a:pt x="3931374" y="3818242"/>
                  </a:lnTo>
                  <a:lnTo>
                    <a:pt x="4393806" y="3818242"/>
                  </a:lnTo>
                  <a:lnTo>
                    <a:pt x="4447159" y="3823512"/>
                  </a:lnTo>
                  <a:lnTo>
                    <a:pt x="4497971" y="3838956"/>
                  </a:lnTo>
                  <a:lnTo>
                    <a:pt x="4544822" y="3863975"/>
                  </a:lnTo>
                  <a:lnTo>
                    <a:pt x="4586275" y="3897960"/>
                  </a:lnTo>
                  <a:lnTo>
                    <a:pt x="4620272" y="3939413"/>
                  </a:lnTo>
                  <a:lnTo>
                    <a:pt x="4645279" y="3986263"/>
                  </a:lnTo>
                  <a:lnTo>
                    <a:pt x="4660722" y="4037088"/>
                  </a:lnTo>
                  <a:lnTo>
                    <a:pt x="4666005" y="4090428"/>
                  </a:lnTo>
                  <a:lnTo>
                    <a:pt x="4666005" y="4260532"/>
                  </a:lnTo>
                  <a:lnTo>
                    <a:pt x="8122361" y="4260532"/>
                  </a:lnTo>
                  <a:lnTo>
                    <a:pt x="8122361" y="3911562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3" name="Google Shape;93;p16"/>
          <p:cNvSpPr txBox="1"/>
          <p:nvPr/>
        </p:nvSpPr>
        <p:spPr>
          <a:xfrm>
            <a:off x="6349825" y="1819050"/>
            <a:ext cx="5046000" cy="8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2F2F2F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 		</a:t>
            </a:r>
            <a:r>
              <a:rPr b="1" lang="en-US" sz="3700">
                <a:solidFill>
                  <a:srgbClr val="2F2F2F"/>
                </a:solidFill>
                <a:latin typeface="Comfortaa"/>
                <a:ea typeface="Comfortaa"/>
                <a:cs typeface="Comfortaa"/>
                <a:sym typeface="Comfortaa"/>
              </a:rPr>
              <a:t>Team Leader</a:t>
            </a:r>
            <a:br>
              <a:rPr lang="en-US" sz="3700">
                <a:solidFill>
                  <a:srgbClr val="2F2F2F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</a:br>
            <a:endParaRPr sz="3700">
              <a:solidFill>
                <a:srgbClr val="2F2F2F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6284725" y="2692950"/>
            <a:ext cx="51111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r>
              <a:rPr lang="en-US" sz="3700">
                <a:solidFill>
                  <a:srgbClr val="2F2F2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31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Abhiraj Adhikary</a:t>
            </a:r>
            <a:endParaRPr sz="3100">
              <a:solidFill>
                <a:srgbClr val="2F2F2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(Dept - CSE-DS)</a:t>
            </a:r>
            <a:br>
              <a:rPr lang="en-US" sz="31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</a:br>
            <a:r>
              <a:rPr lang="en-US" sz="31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  </a:t>
            </a:r>
            <a:r>
              <a:rPr lang="en-US" sz="3100">
                <a:solidFill>
                  <a:schemeClr val="accen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2nd Year</a:t>
            </a:r>
            <a:endParaRPr sz="3100">
              <a:solidFill>
                <a:schemeClr val="accen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11980650" y="3170550"/>
            <a:ext cx="3876600" cy="8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2F2F2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3700">
                <a:solidFill>
                  <a:srgbClr val="2F2F2F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Team Member</a:t>
            </a:r>
            <a:endParaRPr sz="3700">
              <a:solidFill>
                <a:srgbClr val="2F2F2F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12024000" y="3867150"/>
            <a:ext cx="3789900" cy="20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r>
              <a:rPr lang="en-US" sz="32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Sreeja Maity</a:t>
            </a:r>
            <a:br>
              <a:rPr lang="en-US" sz="37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</a:br>
            <a:r>
              <a:rPr lang="en-US" sz="37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n-US" sz="31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(Dept - IT)</a:t>
            </a:r>
            <a:endParaRPr sz="3100">
              <a:solidFill>
                <a:srgbClr val="2F2F2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</a:t>
            </a:r>
            <a:r>
              <a:rPr lang="en-US" sz="3100">
                <a:solidFill>
                  <a:schemeClr val="accen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2nd Year</a:t>
            </a:r>
            <a:br>
              <a:rPr lang="en-US" sz="37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37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endParaRPr sz="3700">
              <a:solidFill>
                <a:srgbClr val="2F2F2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6984600" y="5577150"/>
            <a:ext cx="4318800" cy="8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2F2F2F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b="1" lang="en-US" sz="3700">
                <a:solidFill>
                  <a:srgbClr val="2F2F2F"/>
                </a:solidFill>
                <a:latin typeface="Comfortaa"/>
                <a:ea typeface="Comfortaa"/>
                <a:cs typeface="Comfortaa"/>
                <a:sym typeface="Comfortaa"/>
              </a:rPr>
              <a:t>Team Member</a:t>
            </a:r>
            <a:endParaRPr b="1" sz="3700">
              <a:solidFill>
                <a:srgbClr val="2F2F2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2F2F2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6461425" y="6234000"/>
            <a:ext cx="4822800" cy="1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5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r>
              <a:rPr lang="en-US" sz="35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Anik Chand</a:t>
            </a:r>
            <a:br>
              <a:rPr lang="en-US" sz="35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</a:br>
            <a:r>
              <a:rPr lang="en-US" sz="35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</a:t>
            </a:r>
            <a:r>
              <a:rPr lang="en-US" sz="29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(Dept - CSE)</a:t>
            </a:r>
            <a:endParaRPr sz="2900">
              <a:solidFill>
                <a:srgbClr val="2F2F2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</a:t>
            </a:r>
            <a:r>
              <a:rPr lang="en-US" sz="3100">
                <a:solidFill>
                  <a:schemeClr val="accen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2nd Year</a:t>
            </a:r>
            <a:endParaRPr sz="2900">
              <a:solidFill>
                <a:schemeClr val="accen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12368564" y="6640500"/>
            <a:ext cx="412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700">
                <a:solidFill>
                  <a:srgbClr val="2F2F2F"/>
                </a:solidFill>
                <a:latin typeface="Comfortaa"/>
                <a:ea typeface="Comfortaa"/>
                <a:cs typeface="Comfortaa"/>
                <a:sym typeface="Comfortaa"/>
              </a:rPr>
              <a:t>Team Member</a:t>
            </a:r>
            <a:endParaRPr b="1" sz="3700">
              <a:solidFill>
                <a:srgbClr val="2F2F2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12175575" y="7425000"/>
            <a:ext cx="4822800" cy="1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400">
                <a:solidFill>
                  <a:srgbClr val="2F2F2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4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Radhika Kumari</a:t>
            </a:r>
            <a:br>
              <a:rPr lang="en-US" sz="34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</a:br>
            <a:r>
              <a:rPr lang="en-US" sz="34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</a:t>
            </a:r>
            <a:r>
              <a:rPr lang="en-US" sz="28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(Dept - EE)</a:t>
            </a:r>
            <a:endParaRPr sz="2800">
              <a:solidFill>
                <a:srgbClr val="2F2F2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solidFill>
                  <a:srgbClr val="2F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</a:t>
            </a:r>
            <a:r>
              <a:rPr lang="en-US" sz="3100">
                <a:solidFill>
                  <a:schemeClr val="accen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1st Year</a:t>
            </a:r>
            <a:endParaRPr sz="2800">
              <a:solidFill>
                <a:schemeClr val="accen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descr="0e3745d5-1c69-4e3a-98a5-92ee00ca2a12.jpg" id="101" name="Google Shape;1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971799" cy="20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7"/>
          <p:cNvGrpSpPr/>
          <p:nvPr/>
        </p:nvGrpSpPr>
        <p:grpSpPr>
          <a:xfrm>
            <a:off x="0" y="6026467"/>
            <a:ext cx="8122920" cy="4260850"/>
            <a:chOff x="0" y="6026467"/>
            <a:chExt cx="8122920" cy="4260850"/>
          </a:xfrm>
        </p:grpSpPr>
        <p:sp>
          <p:nvSpPr>
            <p:cNvPr id="107" name="Google Shape;107;p17"/>
            <p:cNvSpPr/>
            <p:nvPr/>
          </p:nvSpPr>
          <p:spPr>
            <a:xfrm>
              <a:off x="108968" y="8100915"/>
              <a:ext cx="4463415" cy="2186304"/>
            </a:xfrm>
            <a:custGeom>
              <a:rect b="b" l="l" r="r" t="t"/>
              <a:pathLst>
                <a:path extrusionOk="0" h="2186304" w="4463415">
                  <a:moveTo>
                    <a:pt x="4463184" y="2186084"/>
                  </a:moveTo>
                  <a:lnTo>
                    <a:pt x="2811000" y="2186084"/>
                  </a:lnTo>
                  <a:lnTo>
                    <a:pt x="2788457" y="2143860"/>
                  </a:lnTo>
                  <a:lnTo>
                    <a:pt x="2754466" y="2102404"/>
                  </a:lnTo>
                  <a:lnTo>
                    <a:pt x="2713009" y="2068412"/>
                  </a:lnTo>
                  <a:lnTo>
                    <a:pt x="2666160" y="2043400"/>
                  </a:lnTo>
                  <a:lnTo>
                    <a:pt x="2615347" y="2027959"/>
                  </a:lnTo>
                  <a:lnTo>
                    <a:pt x="2561997" y="2022682"/>
                  </a:lnTo>
                  <a:lnTo>
                    <a:pt x="272191" y="2022682"/>
                  </a:lnTo>
                  <a:lnTo>
                    <a:pt x="223264" y="2018296"/>
                  </a:lnTo>
                  <a:lnTo>
                    <a:pt x="177214" y="2005652"/>
                  </a:lnTo>
                  <a:lnTo>
                    <a:pt x="134810" y="1985518"/>
                  </a:lnTo>
                  <a:lnTo>
                    <a:pt x="96821" y="1958664"/>
                  </a:lnTo>
                  <a:lnTo>
                    <a:pt x="64015" y="1925858"/>
                  </a:lnTo>
                  <a:lnTo>
                    <a:pt x="37161" y="1887868"/>
                  </a:lnTo>
                  <a:lnTo>
                    <a:pt x="17028" y="1845464"/>
                  </a:lnTo>
                  <a:lnTo>
                    <a:pt x="4385" y="1799414"/>
                  </a:lnTo>
                  <a:lnTo>
                    <a:pt x="0" y="1750488"/>
                  </a:lnTo>
                  <a:lnTo>
                    <a:pt x="0" y="272191"/>
                  </a:lnTo>
                  <a:lnTo>
                    <a:pt x="4385" y="223264"/>
                  </a:lnTo>
                  <a:lnTo>
                    <a:pt x="17029" y="177215"/>
                  </a:lnTo>
                  <a:lnTo>
                    <a:pt x="37162" y="134811"/>
                  </a:lnTo>
                  <a:lnTo>
                    <a:pt x="64016" y="96822"/>
                  </a:lnTo>
                  <a:lnTo>
                    <a:pt x="96822" y="64016"/>
                  </a:lnTo>
                  <a:lnTo>
                    <a:pt x="134811" y="37162"/>
                  </a:lnTo>
                  <a:lnTo>
                    <a:pt x="177215" y="17029"/>
                  </a:lnTo>
                  <a:lnTo>
                    <a:pt x="223264" y="4385"/>
                  </a:lnTo>
                  <a:lnTo>
                    <a:pt x="272191" y="0"/>
                  </a:lnTo>
                  <a:lnTo>
                    <a:pt x="1356798" y="0"/>
                  </a:lnTo>
                  <a:lnTo>
                    <a:pt x="1405725" y="4385"/>
                  </a:lnTo>
                  <a:lnTo>
                    <a:pt x="1451774" y="17029"/>
                  </a:lnTo>
                  <a:lnTo>
                    <a:pt x="1494178" y="37162"/>
                  </a:lnTo>
                  <a:lnTo>
                    <a:pt x="1532167" y="64016"/>
                  </a:lnTo>
                  <a:lnTo>
                    <a:pt x="1564973" y="96822"/>
                  </a:lnTo>
                  <a:lnTo>
                    <a:pt x="1591827" y="134811"/>
                  </a:lnTo>
                  <a:lnTo>
                    <a:pt x="1611960" y="177215"/>
                  </a:lnTo>
                  <a:lnTo>
                    <a:pt x="1624604" y="223264"/>
                  </a:lnTo>
                  <a:lnTo>
                    <a:pt x="1628989" y="272191"/>
                  </a:lnTo>
                  <a:lnTo>
                    <a:pt x="1628989" y="677230"/>
                  </a:lnTo>
                  <a:lnTo>
                    <a:pt x="1633375" y="726156"/>
                  </a:lnTo>
                  <a:lnTo>
                    <a:pt x="1646018" y="772206"/>
                  </a:lnTo>
                  <a:lnTo>
                    <a:pt x="1666152" y="814610"/>
                  </a:lnTo>
                  <a:lnTo>
                    <a:pt x="1693005" y="852599"/>
                  </a:lnTo>
                  <a:lnTo>
                    <a:pt x="1725811" y="885405"/>
                  </a:lnTo>
                  <a:lnTo>
                    <a:pt x="1763801" y="912259"/>
                  </a:lnTo>
                  <a:lnTo>
                    <a:pt x="1806204" y="932392"/>
                  </a:lnTo>
                  <a:lnTo>
                    <a:pt x="1852254" y="945035"/>
                  </a:lnTo>
                  <a:lnTo>
                    <a:pt x="1901181" y="949421"/>
                  </a:lnTo>
                  <a:lnTo>
                    <a:pt x="3184170" y="949421"/>
                  </a:lnTo>
                  <a:lnTo>
                    <a:pt x="3237520" y="954699"/>
                  </a:lnTo>
                  <a:lnTo>
                    <a:pt x="3288333" y="970140"/>
                  </a:lnTo>
                  <a:lnTo>
                    <a:pt x="3335182" y="995153"/>
                  </a:lnTo>
                  <a:lnTo>
                    <a:pt x="3376639" y="1029145"/>
                  </a:lnTo>
                  <a:lnTo>
                    <a:pt x="3410630" y="1070602"/>
                  </a:lnTo>
                  <a:lnTo>
                    <a:pt x="3435642" y="1117451"/>
                  </a:lnTo>
                  <a:lnTo>
                    <a:pt x="3451083" y="1168264"/>
                  </a:lnTo>
                  <a:lnTo>
                    <a:pt x="3456361" y="1221615"/>
                  </a:lnTo>
                  <a:lnTo>
                    <a:pt x="3456361" y="1571610"/>
                  </a:lnTo>
                  <a:lnTo>
                    <a:pt x="3461639" y="1624961"/>
                  </a:lnTo>
                  <a:lnTo>
                    <a:pt x="3477080" y="1675775"/>
                  </a:lnTo>
                  <a:lnTo>
                    <a:pt x="3502093" y="1722624"/>
                  </a:lnTo>
                  <a:lnTo>
                    <a:pt x="3536085" y="1764082"/>
                  </a:lnTo>
                  <a:lnTo>
                    <a:pt x="3577543" y="1798074"/>
                  </a:lnTo>
                  <a:lnTo>
                    <a:pt x="3624392" y="1823086"/>
                  </a:lnTo>
                  <a:lnTo>
                    <a:pt x="3675206" y="1838526"/>
                  </a:lnTo>
                  <a:lnTo>
                    <a:pt x="3728557" y="1843804"/>
                  </a:lnTo>
                  <a:lnTo>
                    <a:pt x="4190993" y="1843804"/>
                  </a:lnTo>
                  <a:lnTo>
                    <a:pt x="4244342" y="1849082"/>
                  </a:lnTo>
                  <a:lnTo>
                    <a:pt x="4295156" y="1864523"/>
                  </a:lnTo>
                  <a:lnTo>
                    <a:pt x="4342004" y="1889535"/>
                  </a:lnTo>
                  <a:lnTo>
                    <a:pt x="4383461" y="1923526"/>
                  </a:lnTo>
                  <a:lnTo>
                    <a:pt x="4417453" y="1964983"/>
                  </a:lnTo>
                  <a:lnTo>
                    <a:pt x="4442465" y="2011832"/>
                  </a:lnTo>
                  <a:lnTo>
                    <a:pt x="4457905" y="2062645"/>
                  </a:lnTo>
                  <a:lnTo>
                    <a:pt x="4463184" y="2115995"/>
                  </a:lnTo>
                  <a:lnTo>
                    <a:pt x="4463184" y="2186084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0" y="6026467"/>
              <a:ext cx="8122920" cy="4260850"/>
            </a:xfrm>
            <a:custGeom>
              <a:rect b="b" l="l" r="r" t="t"/>
              <a:pathLst>
                <a:path extrusionOk="0" h="4260850" w="8122920">
                  <a:moveTo>
                    <a:pt x="3500120" y="2115985"/>
                  </a:moveTo>
                  <a:lnTo>
                    <a:pt x="3494849" y="2062645"/>
                  </a:lnTo>
                  <a:lnTo>
                    <a:pt x="3479406" y="2011832"/>
                  </a:lnTo>
                  <a:lnTo>
                    <a:pt x="3454400" y="1964982"/>
                  </a:lnTo>
                  <a:lnTo>
                    <a:pt x="3420402" y="1923516"/>
                  </a:lnTo>
                  <a:lnTo>
                    <a:pt x="3378949" y="1889531"/>
                  </a:lnTo>
                  <a:lnTo>
                    <a:pt x="3332099" y="1864512"/>
                  </a:lnTo>
                  <a:lnTo>
                    <a:pt x="3281286" y="1849081"/>
                  </a:lnTo>
                  <a:lnTo>
                    <a:pt x="3227933" y="1843798"/>
                  </a:lnTo>
                  <a:lnTo>
                    <a:pt x="2765501" y="1843798"/>
                  </a:lnTo>
                  <a:lnTo>
                    <a:pt x="2712148" y="1838515"/>
                  </a:lnTo>
                  <a:lnTo>
                    <a:pt x="2661335" y="1823085"/>
                  </a:lnTo>
                  <a:lnTo>
                    <a:pt x="2614485" y="1798066"/>
                  </a:lnTo>
                  <a:lnTo>
                    <a:pt x="2573020" y="1764080"/>
                  </a:lnTo>
                  <a:lnTo>
                    <a:pt x="2539034" y="1722615"/>
                  </a:lnTo>
                  <a:lnTo>
                    <a:pt x="2514015" y="1675765"/>
                  </a:lnTo>
                  <a:lnTo>
                    <a:pt x="2498585" y="1624952"/>
                  </a:lnTo>
                  <a:lnTo>
                    <a:pt x="2493302" y="1571599"/>
                  </a:lnTo>
                  <a:lnTo>
                    <a:pt x="2493302" y="1221613"/>
                  </a:lnTo>
                  <a:lnTo>
                    <a:pt x="2488019" y="1168260"/>
                  </a:lnTo>
                  <a:lnTo>
                    <a:pt x="2472588" y="1117447"/>
                  </a:lnTo>
                  <a:lnTo>
                    <a:pt x="2447569" y="1070597"/>
                  </a:lnTo>
                  <a:lnTo>
                    <a:pt x="2413584" y="1029144"/>
                  </a:lnTo>
                  <a:lnTo>
                    <a:pt x="2372118" y="995146"/>
                  </a:lnTo>
                  <a:lnTo>
                    <a:pt x="2325268" y="970140"/>
                  </a:lnTo>
                  <a:lnTo>
                    <a:pt x="2274455" y="954697"/>
                  </a:lnTo>
                  <a:lnTo>
                    <a:pt x="2221115" y="949413"/>
                  </a:lnTo>
                  <a:lnTo>
                    <a:pt x="938123" y="949413"/>
                  </a:lnTo>
                  <a:lnTo>
                    <a:pt x="889190" y="945032"/>
                  </a:lnTo>
                  <a:lnTo>
                    <a:pt x="843140" y="932383"/>
                  </a:lnTo>
                  <a:lnTo>
                    <a:pt x="800747" y="912253"/>
                  </a:lnTo>
                  <a:lnTo>
                    <a:pt x="762749" y="885405"/>
                  </a:lnTo>
                  <a:lnTo>
                    <a:pt x="729945" y="852589"/>
                  </a:lnTo>
                  <a:lnTo>
                    <a:pt x="703097" y="814603"/>
                  </a:lnTo>
                  <a:lnTo>
                    <a:pt x="682955" y="772198"/>
                  </a:lnTo>
                  <a:lnTo>
                    <a:pt x="670318" y="726147"/>
                  </a:lnTo>
                  <a:lnTo>
                    <a:pt x="665924" y="677227"/>
                  </a:lnTo>
                  <a:lnTo>
                    <a:pt x="665924" y="272186"/>
                  </a:lnTo>
                  <a:lnTo>
                    <a:pt x="661543" y="223253"/>
                  </a:lnTo>
                  <a:lnTo>
                    <a:pt x="648906" y="177215"/>
                  </a:lnTo>
                  <a:lnTo>
                    <a:pt x="628764" y="134810"/>
                  </a:lnTo>
                  <a:lnTo>
                    <a:pt x="601916" y="96812"/>
                  </a:lnTo>
                  <a:lnTo>
                    <a:pt x="569112" y="64008"/>
                  </a:lnTo>
                  <a:lnTo>
                    <a:pt x="531114" y="37160"/>
                  </a:lnTo>
                  <a:lnTo>
                    <a:pt x="488721" y="17030"/>
                  </a:lnTo>
                  <a:lnTo>
                    <a:pt x="442671" y="4381"/>
                  </a:lnTo>
                  <a:lnTo>
                    <a:pt x="393738" y="0"/>
                  </a:lnTo>
                  <a:lnTo>
                    <a:pt x="0" y="0"/>
                  </a:lnTo>
                  <a:lnTo>
                    <a:pt x="0" y="2022678"/>
                  </a:lnTo>
                  <a:lnTo>
                    <a:pt x="1598942" y="2022678"/>
                  </a:lnTo>
                  <a:lnTo>
                    <a:pt x="1652282" y="2027948"/>
                  </a:lnTo>
                  <a:lnTo>
                    <a:pt x="1703095" y="2043391"/>
                  </a:lnTo>
                  <a:lnTo>
                    <a:pt x="1749945" y="2068410"/>
                  </a:lnTo>
                  <a:lnTo>
                    <a:pt x="1791411" y="2102396"/>
                  </a:lnTo>
                  <a:lnTo>
                    <a:pt x="1825396" y="2143861"/>
                  </a:lnTo>
                  <a:lnTo>
                    <a:pt x="1850415" y="2190699"/>
                  </a:lnTo>
                  <a:lnTo>
                    <a:pt x="1865845" y="2241512"/>
                  </a:lnTo>
                  <a:lnTo>
                    <a:pt x="1871129" y="2294864"/>
                  </a:lnTo>
                  <a:lnTo>
                    <a:pt x="1871129" y="2644864"/>
                  </a:lnTo>
                  <a:lnTo>
                    <a:pt x="1875510" y="2693797"/>
                  </a:lnTo>
                  <a:lnTo>
                    <a:pt x="1888159" y="2739847"/>
                  </a:lnTo>
                  <a:lnTo>
                    <a:pt x="1908289" y="2782252"/>
                  </a:lnTo>
                  <a:lnTo>
                    <a:pt x="1935149" y="2820238"/>
                  </a:lnTo>
                  <a:lnTo>
                    <a:pt x="1967953" y="2853042"/>
                  </a:lnTo>
                  <a:lnTo>
                    <a:pt x="2005939" y="2879902"/>
                  </a:lnTo>
                  <a:lnTo>
                    <a:pt x="2048344" y="2900032"/>
                  </a:lnTo>
                  <a:lnTo>
                    <a:pt x="2094395" y="2912668"/>
                  </a:lnTo>
                  <a:lnTo>
                    <a:pt x="2143328" y="2917063"/>
                  </a:lnTo>
                  <a:lnTo>
                    <a:pt x="3227933" y="2917063"/>
                  </a:lnTo>
                  <a:lnTo>
                    <a:pt x="3281286" y="2911779"/>
                  </a:lnTo>
                  <a:lnTo>
                    <a:pt x="3332099" y="2896336"/>
                  </a:lnTo>
                  <a:lnTo>
                    <a:pt x="3378949" y="2871330"/>
                  </a:lnTo>
                  <a:lnTo>
                    <a:pt x="3420402" y="2837332"/>
                  </a:lnTo>
                  <a:lnTo>
                    <a:pt x="3454400" y="2795879"/>
                  </a:lnTo>
                  <a:lnTo>
                    <a:pt x="3479406" y="2749029"/>
                  </a:lnTo>
                  <a:lnTo>
                    <a:pt x="3494849" y="2698216"/>
                  </a:lnTo>
                  <a:lnTo>
                    <a:pt x="3500120" y="2644864"/>
                  </a:lnTo>
                  <a:lnTo>
                    <a:pt x="3500120" y="2115985"/>
                  </a:lnTo>
                  <a:close/>
                </a:path>
                <a:path extrusionOk="0" h="4260850" w="8122920">
                  <a:moveTo>
                    <a:pt x="8122361" y="3911562"/>
                  </a:moveTo>
                  <a:lnTo>
                    <a:pt x="8117980" y="3862628"/>
                  </a:lnTo>
                  <a:lnTo>
                    <a:pt x="8105330" y="3816578"/>
                  </a:lnTo>
                  <a:lnTo>
                    <a:pt x="8085201" y="3774173"/>
                  </a:lnTo>
                  <a:lnTo>
                    <a:pt x="8058353" y="3736187"/>
                  </a:lnTo>
                  <a:lnTo>
                    <a:pt x="8025549" y="3703383"/>
                  </a:lnTo>
                  <a:lnTo>
                    <a:pt x="7987551" y="3676523"/>
                  </a:lnTo>
                  <a:lnTo>
                    <a:pt x="7945145" y="3656393"/>
                  </a:lnTo>
                  <a:lnTo>
                    <a:pt x="7899095" y="3643744"/>
                  </a:lnTo>
                  <a:lnTo>
                    <a:pt x="7850175" y="3639362"/>
                  </a:lnTo>
                  <a:lnTo>
                    <a:pt x="5560365" y="3639362"/>
                  </a:lnTo>
                  <a:lnTo>
                    <a:pt x="5507012" y="3634079"/>
                  </a:lnTo>
                  <a:lnTo>
                    <a:pt x="5456199" y="3618649"/>
                  </a:lnTo>
                  <a:lnTo>
                    <a:pt x="5409362" y="3593630"/>
                  </a:lnTo>
                  <a:lnTo>
                    <a:pt x="5367896" y="3559645"/>
                  </a:lnTo>
                  <a:lnTo>
                    <a:pt x="5333911" y="3518179"/>
                  </a:lnTo>
                  <a:lnTo>
                    <a:pt x="5308892" y="3471329"/>
                  </a:lnTo>
                  <a:lnTo>
                    <a:pt x="5293449" y="3420516"/>
                  </a:lnTo>
                  <a:lnTo>
                    <a:pt x="5288178" y="3367176"/>
                  </a:lnTo>
                  <a:lnTo>
                    <a:pt x="5288178" y="3017177"/>
                  </a:lnTo>
                  <a:lnTo>
                    <a:pt x="5283797" y="2968244"/>
                  </a:lnTo>
                  <a:lnTo>
                    <a:pt x="5271147" y="2922193"/>
                  </a:lnTo>
                  <a:lnTo>
                    <a:pt x="5251018" y="2879788"/>
                  </a:lnTo>
                  <a:lnTo>
                    <a:pt x="5224157" y="2841802"/>
                  </a:lnTo>
                  <a:lnTo>
                    <a:pt x="5191353" y="2808998"/>
                  </a:lnTo>
                  <a:lnTo>
                    <a:pt x="5153368" y="2782138"/>
                  </a:lnTo>
                  <a:lnTo>
                    <a:pt x="5110962" y="2762008"/>
                  </a:lnTo>
                  <a:lnTo>
                    <a:pt x="5064912" y="2749359"/>
                  </a:lnTo>
                  <a:lnTo>
                    <a:pt x="5015979" y="2744978"/>
                  </a:lnTo>
                  <a:lnTo>
                    <a:pt x="3931374" y="2744978"/>
                  </a:lnTo>
                  <a:lnTo>
                    <a:pt x="3878021" y="2750261"/>
                  </a:lnTo>
                  <a:lnTo>
                    <a:pt x="3827208" y="2765704"/>
                  </a:lnTo>
                  <a:lnTo>
                    <a:pt x="3780358" y="2790710"/>
                  </a:lnTo>
                  <a:lnTo>
                    <a:pt x="3738905" y="2824708"/>
                  </a:lnTo>
                  <a:lnTo>
                    <a:pt x="3704907" y="2866161"/>
                  </a:lnTo>
                  <a:lnTo>
                    <a:pt x="3679901" y="2913011"/>
                  </a:lnTo>
                  <a:lnTo>
                    <a:pt x="3664458" y="2963824"/>
                  </a:lnTo>
                  <a:lnTo>
                    <a:pt x="3659187" y="3017177"/>
                  </a:lnTo>
                  <a:lnTo>
                    <a:pt x="3659187" y="3546043"/>
                  </a:lnTo>
                  <a:lnTo>
                    <a:pt x="3664458" y="3599396"/>
                  </a:lnTo>
                  <a:lnTo>
                    <a:pt x="3679901" y="3650208"/>
                  </a:lnTo>
                  <a:lnTo>
                    <a:pt x="3704907" y="3697059"/>
                  </a:lnTo>
                  <a:lnTo>
                    <a:pt x="3738905" y="3738511"/>
                  </a:lnTo>
                  <a:lnTo>
                    <a:pt x="3780358" y="3772509"/>
                  </a:lnTo>
                  <a:lnTo>
                    <a:pt x="3827208" y="3797516"/>
                  </a:lnTo>
                  <a:lnTo>
                    <a:pt x="3878021" y="3812959"/>
                  </a:lnTo>
                  <a:lnTo>
                    <a:pt x="3931374" y="3818242"/>
                  </a:lnTo>
                  <a:lnTo>
                    <a:pt x="4393806" y="3818242"/>
                  </a:lnTo>
                  <a:lnTo>
                    <a:pt x="4447159" y="3823512"/>
                  </a:lnTo>
                  <a:lnTo>
                    <a:pt x="4497971" y="3838956"/>
                  </a:lnTo>
                  <a:lnTo>
                    <a:pt x="4544822" y="3863975"/>
                  </a:lnTo>
                  <a:lnTo>
                    <a:pt x="4586275" y="3897960"/>
                  </a:lnTo>
                  <a:lnTo>
                    <a:pt x="4620272" y="3939413"/>
                  </a:lnTo>
                  <a:lnTo>
                    <a:pt x="4645279" y="3986263"/>
                  </a:lnTo>
                  <a:lnTo>
                    <a:pt x="4660722" y="4037088"/>
                  </a:lnTo>
                  <a:lnTo>
                    <a:pt x="4666005" y="4090428"/>
                  </a:lnTo>
                  <a:lnTo>
                    <a:pt x="4666005" y="4260532"/>
                  </a:lnTo>
                  <a:lnTo>
                    <a:pt x="8122361" y="4260532"/>
                  </a:lnTo>
                  <a:lnTo>
                    <a:pt x="8122361" y="3911562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9" name="Google Shape;109;p17"/>
          <p:cNvSpPr txBox="1"/>
          <p:nvPr>
            <p:ph type="title"/>
          </p:nvPr>
        </p:nvSpPr>
        <p:spPr>
          <a:xfrm>
            <a:off x="1774432" y="-495299"/>
            <a:ext cx="14989500" cy="24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52375">
            <a:spAutoFit/>
          </a:bodyPr>
          <a:lstStyle/>
          <a:p>
            <a:pPr indent="0" lvl="0" marL="22656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          </a:t>
            </a:r>
            <a:endParaRPr sz="6000"/>
          </a:p>
        </p:txBody>
      </p:sp>
      <p:sp>
        <p:nvSpPr>
          <p:cNvPr id="110" name="Google Shape;110;p17"/>
          <p:cNvSpPr/>
          <p:nvPr/>
        </p:nvSpPr>
        <p:spPr>
          <a:xfrm>
            <a:off x="16495377" y="7120455"/>
            <a:ext cx="1793240" cy="3166745"/>
          </a:xfrm>
          <a:custGeom>
            <a:rect b="b" l="l" r="r" t="t"/>
            <a:pathLst>
              <a:path extrusionOk="0" h="3166745" w="1793240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11" name="Google Shape;111;p17"/>
          <p:cNvGrpSpPr/>
          <p:nvPr/>
        </p:nvGrpSpPr>
        <p:grpSpPr>
          <a:xfrm>
            <a:off x="13969984" y="0"/>
            <a:ext cx="4318634" cy="3743952"/>
            <a:chOff x="13969984" y="0"/>
            <a:chExt cx="4318634" cy="3743952"/>
          </a:xfrm>
        </p:grpSpPr>
        <p:sp>
          <p:nvSpPr>
            <p:cNvPr id="112" name="Google Shape;112;p17"/>
            <p:cNvSpPr/>
            <p:nvPr/>
          </p:nvSpPr>
          <p:spPr>
            <a:xfrm>
              <a:off x="13969984" y="0"/>
              <a:ext cx="4318634" cy="2190750"/>
            </a:xfrm>
            <a:custGeom>
              <a:rect b="b" l="l" r="r" t="t"/>
              <a:pathLst>
                <a:path extrusionOk="0" h="2190750" w="4318634">
                  <a:moveTo>
                    <a:pt x="4318016" y="2190346"/>
                  </a:moveTo>
                  <a:lnTo>
                    <a:pt x="4105453" y="2190346"/>
                  </a:lnTo>
                  <a:lnTo>
                    <a:pt x="4056639" y="2187062"/>
                  </a:lnTo>
                  <a:lnTo>
                    <a:pt x="4009821" y="2177496"/>
                  </a:lnTo>
                  <a:lnTo>
                    <a:pt x="3965427" y="2162076"/>
                  </a:lnTo>
                  <a:lnTo>
                    <a:pt x="3923887" y="2141232"/>
                  </a:lnTo>
                  <a:lnTo>
                    <a:pt x="3885628" y="2115391"/>
                  </a:lnTo>
                  <a:lnTo>
                    <a:pt x="3851080" y="2084982"/>
                  </a:lnTo>
                  <a:lnTo>
                    <a:pt x="3820672" y="2050434"/>
                  </a:lnTo>
                  <a:lnTo>
                    <a:pt x="3794831" y="2012176"/>
                  </a:lnTo>
                  <a:lnTo>
                    <a:pt x="3773986" y="1970635"/>
                  </a:lnTo>
                  <a:lnTo>
                    <a:pt x="3758566" y="1926242"/>
                  </a:lnTo>
                  <a:lnTo>
                    <a:pt x="3749000" y="1879424"/>
                  </a:lnTo>
                  <a:lnTo>
                    <a:pt x="3745716" y="1830610"/>
                  </a:lnTo>
                  <a:lnTo>
                    <a:pt x="3745716" y="1368045"/>
                  </a:lnTo>
                  <a:lnTo>
                    <a:pt x="3742597" y="1320760"/>
                  </a:lnTo>
                  <a:lnTo>
                    <a:pt x="3733393" y="1274686"/>
                  </a:lnTo>
                  <a:lnTo>
                    <a:pt x="3718334" y="1230381"/>
                  </a:lnTo>
                  <a:lnTo>
                    <a:pt x="3697654" y="1188405"/>
                  </a:lnTo>
                  <a:lnTo>
                    <a:pt x="3671583" y="1149316"/>
                  </a:lnTo>
                  <a:lnTo>
                    <a:pt x="3640353" y="1113675"/>
                  </a:lnTo>
                  <a:lnTo>
                    <a:pt x="3604712" y="1082445"/>
                  </a:lnTo>
                  <a:lnTo>
                    <a:pt x="3565624" y="1056375"/>
                  </a:lnTo>
                  <a:lnTo>
                    <a:pt x="3523648" y="1035695"/>
                  </a:lnTo>
                  <a:lnTo>
                    <a:pt x="3479343" y="1020636"/>
                  </a:lnTo>
                  <a:lnTo>
                    <a:pt x="3433268" y="1011432"/>
                  </a:lnTo>
                  <a:lnTo>
                    <a:pt x="3385984" y="1008312"/>
                  </a:lnTo>
                  <a:lnTo>
                    <a:pt x="359732" y="1008312"/>
                  </a:lnTo>
                  <a:lnTo>
                    <a:pt x="310919" y="1005028"/>
                  </a:lnTo>
                  <a:lnTo>
                    <a:pt x="264101" y="995461"/>
                  </a:lnTo>
                  <a:lnTo>
                    <a:pt x="219708" y="980041"/>
                  </a:lnTo>
                  <a:lnTo>
                    <a:pt x="178168" y="959197"/>
                  </a:lnTo>
                  <a:lnTo>
                    <a:pt x="139910" y="933355"/>
                  </a:lnTo>
                  <a:lnTo>
                    <a:pt x="105363" y="902947"/>
                  </a:lnTo>
                  <a:lnTo>
                    <a:pt x="74954" y="868399"/>
                  </a:lnTo>
                  <a:lnTo>
                    <a:pt x="49114" y="830141"/>
                  </a:lnTo>
                  <a:lnTo>
                    <a:pt x="28269" y="788601"/>
                  </a:lnTo>
                  <a:lnTo>
                    <a:pt x="12850" y="744207"/>
                  </a:lnTo>
                  <a:lnTo>
                    <a:pt x="3284" y="697390"/>
                  </a:lnTo>
                  <a:lnTo>
                    <a:pt x="0" y="648576"/>
                  </a:lnTo>
                  <a:lnTo>
                    <a:pt x="0" y="0"/>
                  </a:lnTo>
                  <a:lnTo>
                    <a:pt x="4318016" y="0"/>
                  </a:lnTo>
                  <a:lnTo>
                    <a:pt x="4318016" y="2190346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15473726" y="1142992"/>
              <a:ext cx="2814319" cy="2600960"/>
            </a:xfrm>
            <a:custGeom>
              <a:rect b="b" l="l" r="r" t="t"/>
              <a:pathLst>
                <a:path extrusionOk="0" h="2600960" w="2814319">
                  <a:moveTo>
                    <a:pt x="359732" y="0"/>
                  </a:moveTo>
                  <a:lnTo>
                    <a:pt x="1793173" y="0"/>
                  </a:lnTo>
                  <a:lnTo>
                    <a:pt x="1841988" y="3283"/>
                  </a:lnTo>
                  <a:lnTo>
                    <a:pt x="1888806" y="12850"/>
                  </a:lnTo>
                  <a:lnTo>
                    <a:pt x="1933199" y="28269"/>
                  </a:lnTo>
                  <a:lnTo>
                    <a:pt x="1974740" y="49114"/>
                  </a:lnTo>
                  <a:lnTo>
                    <a:pt x="2012998" y="74955"/>
                  </a:lnTo>
                  <a:lnTo>
                    <a:pt x="2047546" y="105364"/>
                  </a:lnTo>
                  <a:lnTo>
                    <a:pt x="2077955" y="139912"/>
                  </a:lnTo>
                  <a:lnTo>
                    <a:pt x="2103796" y="178170"/>
                  </a:lnTo>
                  <a:lnTo>
                    <a:pt x="2124640" y="219710"/>
                  </a:lnTo>
                  <a:lnTo>
                    <a:pt x="2140060" y="264104"/>
                  </a:lnTo>
                  <a:lnTo>
                    <a:pt x="2149626" y="310922"/>
                  </a:lnTo>
                  <a:lnTo>
                    <a:pt x="2152910" y="359736"/>
                  </a:lnTo>
                  <a:lnTo>
                    <a:pt x="2152910" y="822300"/>
                  </a:lnTo>
                  <a:lnTo>
                    <a:pt x="2156029" y="869585"/>
                  </a:lnTo>
                  <a:lnTo>
                    <a:pt x="2165234" y="915660"/>
                  </a:lnTo>
                  <a:lnTo>
                    <a:pt x="2180292" y="959965"/>
                  </a:lnTo>
                  <a:lnTo>
                    <a:pt x="2200972" y="1001941"/>
                  </a:lnTo>
                  <a:lnTo>
                    <a:pt x="2227043" y="1041030"/>
                  </a:lnTo>
                  <a:lnTo>
                    <a:pt x="2258273" y="1076671"/>
                  </a:lnTo>
                  <a:lnTo>
                    <a:pt x="2293914" y="1107901"/>
                  </a:lnTo>
                  <a:lnTo>
                    <a:pt x="2333003" y="1133971"/>
                  </a:lnTo>
                  <a:lnTo>
                    <a:pt x="2374979" y="1154651"/>
                  </a:lnTo>
                  <a:lnTo>
                    <a:pt x="2419284" y="1169709"/>
                  </a:lnTo>
                  <a:lnTo>
                    <a:pt x="2465358" y="1178914"/>
                  </a:lnTo>
                  <a:lnTo>
                    <a:pt x="2512643" y="1182033"/>
                  </a:lnTo>
                  <a:lnTo>
                    <a:pt x="2814274" y="1182033"/>
                  </a:lnTo>
                  <a:lnTo>
                    <a:pt x="2814274" y="2600475"/>
                  </a:lnTo>
                  <a:lnTo>
                    <a:pt x="1690367" y="2600475"/>
                  </a:lnTo>
                  <a:lnTo>
                    <a:pt x="1643082" y="2597355"/>
                  </a:lnTo>
                  <a:lnTo>
                    <a:pt x="1597008" y="2588150"/>
                  </a:lnTo>
                  <a:lnTo>
                    <a:pt x="1552703" y="2573091"/>
                  </a:lnTo>
                  <a:lnTo>
                    <a:pt x="1510727" y="2552411"/>
                  </a:lnTo>
                  <a:lnTo>
                    <a:pt x="1471639" y="2526340"/>
                  </a:lnTo>
                  <a:lnTo>
                    <a:pt x="1435998" y="2495110"/>
                  </a:lnTo>
                  <a:lnTo>
                    <a:pt x="1404768" y="2459468"/>
                  </a:lnTo>
                  <a:lnTo>
                    <a:pt x="1378697" y="2420380"/>
                  </a:lnTo>
                  <a:lnTo>
                    <a:pt x="1358017" y="2378403"/>
                  </a:lnTo>
                  <a:lnTo>
                    <a:pt x="1342958" y="2334098"/>
                  </a:lnTo>
                  <a:lnTo>
                    <a:pt x="1333754" y="2288023"/>
                  </a:lnTo>
                  <a:lnTo>
                    <a:pt x="1330635" y="2240738"/>
                  </a:lnTo>
                  <a:lnTo>
                    <a:pt x="1330635" y="1778177"/>
                  </a:lnTo>
                  <a:lnTo>
                    <a:pt x="1327515" y="1730892"/>
                  </a:lnTo>
                  <a:lnTo>
                    <a:pt x="1318310" y="1684817"/>
                  </a:lnTo>
                  <a:lnTo>
                    <a:pt x="1303251" y="1640511"/>
                  </a:lnTo>
                  <a:lnTo>
                    <a:pt x="1282570" y="1598535"/>
                  </a:lnTo>
                  <a:lnTo>
                    <a:pt x="1256499" y="1559446"/>
                  </a:lnTo>
                  <a:lnTo>
                    <a:pt x="1225269" y="1523804"/>
                  </a:lnTo>
                  <a:lnTo>
                    <a:pt x="1189627" y="1492574"/>
                  </a:lnTo>
                  <a:lnTo>
                    <a:pt x="1150538" y="1466503"/>
                  </a:lnTo>
                  <a:lnTo>
                    <a:pt x="1108561" y="1445823"/>
                  </a:lnTo>
                  <a:lnTo>
                    <a:pt x="1064255" y="1430765"/>
                  </a:lnTo>
                  <a:lnTo>
                    <a:pt x="1018180" y="1421560"/>
                  </a:lnTo>
                  <a:lnTo>
                    <a:pt x="970895" y="1418441"/>
                  </a:lnTo>
                  <a:lnTo>
                    <a:pt x="359732" y="1418441"/>
                  </a:lnTo>
                  <a:lnTo>
                    <a:pt x="312447" y="1415322"/>
                  </a:lnTo>
                  <a:lnTo>
                    <a:pt x="266372" y="1406117"/>
                  </a:lnTo>
                  <a:lnTo>
                    <a:pt x="222067" y="1391059"/>
                  </a:lnTo>
                  <a:lnTo>
                    <a:pt x="180091" y="1370379"/>
                  </a:lnTo>
                  <a:lnTo>
                    <a:pt x="141003" y="1344308"/>
                  </a:lnTo>
                  <a:lnTo>
                    <a:pt x="105361" y="1313079"/>
                  </a:lnTo>
                  <a:lnTo>
                    <a:pt x="74131" y="1277437"/>
                  </a:lnTo>
                  <a:lnTo>
                    <a:pt x="48061" y="1238349"/>
                  </a:lnTo>
                  <a:lnTo>
                    <a:pt x="27381" y="1196372"/>
                  </a:lnTo>
                  <a:lnTo>
                    <a:pt x="12323" y="1152067"/>
                  </a:lnTo>
                  <a:lnTo>
                    <a:pt x="3119" y="1105993"/>
                  </a:lnTo>
                  <a:lnTo>
                    <a:pt x="0" y="1058708"/>
                  </a:lnTo>
                  <a:lnTo>
                    <a:pt x="0" y="359736"/>
                  </a:lnTo>
                  <a:lnTo>
                    <a:pt x="3119" y="312451"/>
                  </a:lnTo>
                  <a:lnTo>
                    <a:pt x="12323" y="266376"/>
                  </a:lnTo>
                  <a:lnTo>
                    <a:pt x="27381" y="222071"/>
                  </a:lnTo>
                  <a:lnTo>
                    <a:pt x="48061" y="180095"/>
                  </a:lnTo>
                  <a:lnTo>
                    <a:pt x="74131" y="141006"/>
                  </a:lnTo>
                  <a:lnTo>
                    <a:pt x="105361" y="105364"/>
                  </a:lnTo>
                  <a:lnTo>
                    <a:pt x="141003" y="74134"/>
                  </a:lnTo>
                  <a:lnTo>
                    <a:pt x="180091" y="48064"/>
                  </a:lnTo>
                  <a:lnTo>
                    <a:pt x="222067" y="27383"/>
                  </a:lnTo>
                  <a:lnTo>
                    <a:pt x="266372" y="12324"/>
                  </a:lnTo>
                  <a:lnTo>
                    <a:pt x="312447" y="3119"/>
                  </a:lnTo>
                  <a:lnTo>
                    <a:pt x="359732" y="0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4" name="Google Shape;114;p17"/>
          <p:cNvSpPr/>
          <p:nvPr/>
        </p:nvSpPr>
        <p:spPr>
          <a:xfrm>
            <a:off x="0" y="0"/>
            <a:ext cx="1927860" cy="2903220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0e3745d5-1c69-4e3a-98a5-92ee00ca2a12.jpg" id="115" name="Google Shape;1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3100" y="0"/>
            <a:ext cx="2971799" cy="164306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/>
          <p:nvPr/>
        </p:nvSpPr>
        <p:spPr>
          <a:xfrm>
            <a:off x="5926375" y="442775"/>
            <a:ext cx="681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Trebuchet MS"/>
              <a:buNone/>
            </a:pPr>
            <a:r>
              <a:rPr b="1" lang="en-US" sz="7200">
                <a:latin typeface="Trebuchet MS"/>
                <a:ea typeface="Trebuchet MS"/>
                <a:cs typeface="Trebuchet MS"/>
                <a:sym typeface="Trebuchet MS"/>
              </a:rPr>
              <a:t>INTRODUCTIONON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1492875" y="1791200"/>
            <a:ext cx="6940500" cy="290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Developers today manage 10–50+ API keys across multiple AI providers (OpenAI, Anthropic, Groq, Gemini, etc.), often stored in scattered </a:t>
            </a:r>
            <a:r>
              <a:rPr lang="en-US" sz="2300">
                <a:solidFill>
                  <a:srgbClr val="188038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.env</a:t>
            </a:r>
            <a:r>
              <a:rPr lang="en-US" sz="23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files, leading to security risks, accidental leaks, and chaotic workflows.</a:t>
            </a:r>
            <a:endParaRPr sz="23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10906525" y="2650075"/>
            <a:ext cx="5589000" cy="316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Plaintext keys on disk, inconsistent API signatures, no usage visibility, and manual key rotation create security vulnerabilities, surprise billing issues, and constant friction when switching providers.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1574975" y="5104900"/>
            <a:ext cx="6074100" cy="329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onekey provides a unified, encrypted vault with a single proxy interface (</a:t>
            </a:r>
            <a:r>
              <a:rPr lang="en-US" sz="2300">
                <a:solidFill>
                  <a:srgbClr val="188038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/proxy/u/&lt;provider&gt;/&lt;slug&gt;</a:t>
            </a:r>
            <a:r>
              <a:rPr lang="en-US" sz="23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), allowing developers to securely store, manage, rotate, and call multiple AI/LLM API keys — without vendor lock-in.</a:t>
            </a:r>
            <a:endParaRPr sz="23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11382975" y="6470725"/>
            <a:ext cx="6074100" cy="316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With AES-256 client-side encryption, NeonDB storage, JWT + OAuth authentication, normalized responses, built-in usage tracking, and a beautiful CLI + web dashboard, onekey ensures zero plaintext leaks and complete visibility across all providers.</a:t>
            </a:r>
            <a:endParaRPr sz="22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cxnSp>
        <p:nvCxnSpPr>
          <p:cNvPr id="121" name="Google Shape;121;p17"/>
          <p:cNvCxnSpPr>
            <a:stCxn id="117" idx="3"/>
            <a:endCxn id="118" idx="1"/>
          </p:cNvCxnSpPr>
          <p:nvPr/>
        </p:nvCxnSpPr>
        <p:spPr>
          <a:xfrm>
            <a:off x="8433375" y="3242750"/>
            <a:ext cx="2473200" cy="990600"/>
          </a:xfrm>
          <a:prstGeom prst="curvedConnector3">
            <a:avLst>
              <a:gd fmla="val 49999" name="adj1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7"/>
          <p:cNvCxnSpPr>
            <a:stCxn id="118" idx="1"/>
            <a:endCxn id="119" idx="3"/>
          </p:cNvCxnSpPr>
          <p:nvPr/>
        </p:nvCxnSpPr>
        <p:spPr>
          <a:xfrm flipH="1">
            <a:off x="7649125" y="4233475"/>
            <a:ext cx="3257400" cy="2520600"/>
          </a:xfrm>
          <a:prstGeom prst="curvedConnector3">
            <a:avLst>
              <a:gd fmla="val 50001" name="adj1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7"/>
          <p:cNvCxnSpPr>
            <a:stCxn id="119" idx="3"/>
            <a:endCxn id="120" idx="1"/>
          </p:cNvCxnSpPr>
          <p:nvPr/>
        </p:nvCxnSpPr>
        <p:spPr>
          <a:xfrm>
            <a:off x="7649075" y="6754000"/>
            <a:ext cx="3733800" cy="1300200"/>
          </a:xfrm>
          <a:prstGeom prst="curvedConnector3">
            <a:avLst>
              <a:gd fmla="val 50001" name="adj1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8"/>
          <p:cNvGrpSpPr/>
          <p:nvPr/>
        </p:nvGrpSpPr>
        <p:grpSpPr>
          <a:xfrm>
            <a:off x="0" y="6026467"/>
            <a:ext cx="8122920" cy="4260850"/>
            <a:chOff x="0" y="6026467"/>
            <a:chExt cx="8122920" cy="4260850"/>
          </a:xfrm>
        </p:grpSpPr>
        <p:sp>
          <p:nvSpPr>
            <p:cNvPr id="129" name="Google Shape;129;p18"/>
            <p:cNvSpPr/>
            <p:nvPr/>
          </p:nvSpPr>
          <p:spPr>
            <a:xfrm>
              <a:off x="108968" y="8100915"/>
              <a:ext cx="4463415" cy="2186304"/>
            </a:xfrm>
            <a:custGeom>
              <a:rect b="b" l="l" r="r" t="t"/>
              <a:pathLst>
                <a:path extrusionOk="0" h="2186304" w="4463415">
                  <a:moveTo>
                    <a:pt x="4463184" y="2186084"/>
                  </a:moveTo>
                  <a:lnTo>
                    <a:pt x="2811000" y="2186084"/>
                  </a:lnTo>
                  <a:lnTo>
                    <a:pt x="2788457" y="2143860"/>
                  </a:lnTo>
                  <a:lnTo>
                    <a:pt x="2754466" y="2102404"/>
                  </a:lnTo>
                  <a:lnTo>
                    <a:pt x="2713009" y="2068412"/>
                  </a:lnTo>
                  <a:lnTo>
                    <a:pt x="2666160" y="2043400"/>
                  </a:lnTo>
                  <a:lnTo>
                    <a:pt x="2615347" y="2027959"/>
                  </a:lnTo>
                  <a:lnTo>
                    <a:pt x="2561997" y="2022682"/>
                  </a:lnTo>
                  <a:lnTo>
                    <a:pt x="272191" y="2022682"/>
                  </a:lnTo>
                  <a:lnTo>
                    <a:pt x="223264" y="2018296"/>
                  </a:lnTo>
                  <a:lnTo>
                    <a:pt x="177214" y="2005652"/>
                  </a:lnTo>
                  <a:lnTo>
                    <a:pt x="134810" y="1985518"/>
                  </a:lnTo>
                  <a:lnTo>
                    <a:pt x="96821" y="1958664"/>
                  </a:lnTo>
                  <a:lnTo>
                    <a:pt x="64015" y="1925858"/>
                  </a:lnTo>
                  <a:lnTo>
                    <a:pt x="37161" y="1887868"/>
                  </a:lnTo>
                  <a:lnTo>
                    <a:pt x="17028" y="1845464"/>
                  </a:lnTo>
                  <a:lnTo>
                    <a:pt x="4385" y="1799414"/>
                  </a:lnTo>
                  <a:lnTo>
                    <a:pt x="0" y="1750488"/>
                  </a:lnTo>
                  <a:lnTo>
                    <a:pt x="0" y="272191"/>
                  </a:lnTo>
                  <a:lnTo>
                    <a:pt x="4385" y="223264"/>
                  </a:lnTo>
                  <a:lnTo>
                    <a:pt x="17029" y="177215"/>
                  </a:lnTo>
                  <a:lnTo>
                    <a:pt x="37162" y="134811"/>
                  </a:lnTo>
                  <a:lnTo>
                    <a:pt x="64016" y="96822"/>
                  </a:lnTo>
                  <a:lnTo>
                    <a:pt x="96822" y="64016"/>
                  </a:lnTo>
                  <a:lnTo>
                    <a:pt x="134811" y="37162"/>
                  </a:lnTo>
                  <a:lnTo>
                    <a:pt x="177215" y="17029"/>
                  </a:lnTo>
                  <a:lnTo>
                    <a:pt x="223264" y="4385"/>
                  </a:lnTo>
                  <a:lnTo>
                    <a:pt x="272191" y="0"/>
                  </a:lnTo>
                  <a:lnTo>
                    <a:pt x="1356798" y="0"/>
                  </a:lnTo>
                  <a:lnTo>
                    <a:pt x="1405725" y="4385"/>
                  </a:lnTo>
                  <a:lnTo>
                    <a:pt x="1451774" y="17029"/>
                  </a:lnTo>
                  <a:lnTo>
                    <a:pt x="1494178" y="37162"/>
                  </a:lnTo>
                  <a:lnTo>
                    <a:pt x="1532167" y="64016"/>
                  </a:lnTo>
                  <a:lnTo>
                    <a:pt x="1564973" y="96822"/>
                  </a:lnTo>
                  <a:lnTo>
                    <a:pt x="1591827" y="134811"/>
                  </a:lnTo>
                  <a:lnTo>
                    <a:pt x="1611960" y="177215"/>
                  </a:lnTo>
                  <a:lnTo>
                    <a:pt x="1624604" y="223264"/>
                  </a:lnTo>
                  <a:lnTo>
                    <a:pt x="1628989" y="272191"/>
                  </a:lnTo>
                  <a:lnTo>
                    <a:pt x="1628989" y="677230"/>
                  </a:lnTo>
                  <a:lnTo>
                    <a:pt x="1633375" y="726156"/>
                  </a:lnTo>
                  <a:lnTo>
                    <a:pt x="1646018" y="772206"/>
                  </a:lnTo>
                  <a:lnTo>
                    <a:pt x="1666152" y="814610"/>
                  </a:lnTo>
                  <a:lnTo>
                    <a:pt x="1693005" y="852599"/>
                  </a:lnTo>
                  <a:lnTo>
                    <a:pt x="1725811" y="885405"/>
                  </a:lnTo>
                  <a:lnTo>
                    <a:pt x="1763801" y="912259"/>
                  </a:lnTo>
                  <a:lnTo>
                    <a:pt x="1806204" y="932392"/>
                  </a:lnTo>
                  <a:lnTo>
                    <a:pt x="1852254" y="945035"/>
                  </a:lnTo>
                  <a:lnTo>
                    <a:pt x="1901181" y="949421"/>
                  </a:lnTo>
                  <a:lnTo>
                    <a:pt x="3184170" y="949421"/>
                  </a:lnTo>
                  <a:lnTo>
                    <a:pt x="3237520" y="954699"/>
                  </a:lnTo>
                  <a:lnTo>
                    <a:pt x="3288333" y="970140"/>
                  </a:lnTo>
                  <a:lnTo>
                    <a:pt x="3335182" y="995153"/>
                  </a:lnTo>
                  <a:lnTo>
                    <a:pt x="3376639" y="1029145"/>
                  </a:lnTo>
                  <a:lnTo>
                    <a:pt x="3410630" y="1070602"/>
                  </a:lnTo>
                  <a:lnTo>
                    <a:pt x="3435642" y="1117451"/>
                  </a:lnTo>
                  <a:lnTo>
                    <a:pt x="3451083" y="1168264"/>
                  </a:lnTo>
                  <a:lnTo>
                    <a:pt x="3456361" y="1221615"/>
                  </a:lnTo>
                  <a:lnTo>
                    <a:pt x="3456361" y="1571610"/>
                  </a:lnTo>
                  <a:lnTo>
                    <a:pt x="3461639" y="1624961"/>
                  </a:lnTo>
                  <a:lnTo>
                    <a:pt x="3477080" y="1675775"/>
                  </a:lnTo>
                  <a:lnTo>
                    <a:pt x="3502093" y="1722624"/>
                  </a:lnTo>
                  <a:lnTo>
                    <a:pt x="3536085" y="1764082"/>
                  </a:lnTo>
                  <a:lnTo>
                    <a:pt x="3577543" y="1798074"/>
                  </a:lnTo>
                  <a:lnTo>
                    <a:pt x="3624392" y="1823086"/>
                  </a:lnTo>
                  <a:lnTo>
                    <a:pt x="3675206" y="1838526"/>
                  </a:lnTo>
                  <a:lnTo>
                    <a:pt x="3728557" y="1843804"/>
                  </a:lnTo>
                  <a:lnTo>
                    <a:pt x="4190993" y="1843804"/>
                  </a:lnTo>
                  <a:lnTo>
                    <a:pt x="4244342" y="1849082"/>
                  </a:lnTo>
                  <a:lnTo>
                    <a:pt x="4295156" y="1864523"/>
                  </a:lnTo>
                  <a:lnTo>
                    <a:pt x="4342004" y="1889535"/>
                  </a:lnTo>
                  <a:lnTo>
                    <a:pt x="4383461" y="1923526"/>
                  </a:lnTo>
                  <a:lnTo>
                    <a:pt x="4417453" y="1964983"/>
                  </a:lnTo>
                  <a:lnTo>
                    <a:pt x="4442465" y="2011832"/>
                  </a:lnTo>
                  <a:lnTo>
                    <a:pt x="4457905" y="2062645"/>
                  </a:lnTo>
                  <a:lnTo>
                    <a:pt x="4463184" y="2115995"/>
                  </a:lnTo>
                  <a:lnTo>
                    <a:pt x="4463184" y="2186084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0" y="6026467"/>
              <a:ext cx="8122920" cy="4260850"/>
            </a:xfrm>
            <a:custGeom>
              <a:rect b="b" l="l" r="r" t="t"/>
              <a:pathLst>
                <a:path extrusionOk="0" h="4260850" w="8122920">
                  <a:moveTo>
                    <a:pt x="3500120" y="2115985"/>
                  </a:moveTo>
                  <a:lnTo>
                    <a:pt x="3494849" y="2062645"/>
                  </a:lnTo>
                  <a:lnTo>
                    <a:pt x="3479406" y="2011832"/>
                  </a:lnTo>
                  <a:lnTo>
                    <a:pt x="3454400" y="1964982"/>
                  </a:lnTo>
                  <a:lnTo>
                    <a:pt x="3420402" y="1923516"/>
                  </a:lnTo>
                  <a:lnTo>
                    <a:pt x="3378949" y="1889531"/>
                  </a:lnTo>
                  <a:lnTo>
                    <a:pt x="3332099" y="1864512"/>
                  </a:lnTo>
                  <a:lnTo>
                    <a:pt x="3281286" y="1849081"/>
                  </a:lnTo>
                  <a:lnTo>
                    <a:pt x="3227933" y="1843798"/>
                  </a:lnTo>
                  <a:lnTo>
                    <a:pt x="2765501" y="1843798"/>
                  </a:lnTo>
                  <a:lnTo>
                    <a:pt x="2712148" y="1838515"/>
                  </a:lnTo>
                  <a:lnTo>
                    <a:pt x="2661335" y="1823085"/>
                  </a:lnTo>
                  <a:lnTo>
                    <a:pt x="2614485" y="1798066"/>
                  </a:lnTo>
                  <a:lnTo>
                    <a:pt x="2573020" y="1764080"/>
                  </a:lnTo>
                  <a:lnTo>
                    <a:pt x="2539034" y="1722615"/>
                  </a:lnTo>
                  <a:lnTo>
                    <a:pt x="2514015" y="1675765"/>
                  </a:lnTo>
                  <a:lnTo>
                    <a:pt x="2498585" y="1624952"/>
                  </a:lnTo>
                  <a:lnTo>
                    <a:pt x="2493302" y="1571599"/>
                  </a:lnTo>
                  <a:lnTo>
                    <a:pt x="2493302" y="1221613"/>
                  </a:lnTo>
                  <a:lnTo>
                    <a:pt x="2488019" y="1168260"/>
                  </a:lnTo>
                  <a:lnTo>
                    <a:pt x="2472588" y="1117447"/>
                  </a:lnTo>
                  <a:lnTo>
                    <a:pt x="2447569" y="1070597"/>
                  </a:lnTo>
                  <a:lnTo>
                    <a:pt x="2413584" y="1029144"/>
                  </a:lnTo>
                  <a:lnTo>
                    <a:pt x="2372118" y="995146"/>
                  </a:lnTo>
                  <a:lnTo>
                    <a:pt x="2325268" y="970140"/>
                  </a:lnTo>
                  <a:lnTo>
                    <a:pt x="2274455" y="954697"/>
                  </a:lnTo>
                  <a:lnTo>
                    <a:pt x="2221115" y="949413"/>
                  </a:lnTo>
                  <a:lnTo>
                    <a:pt x="938123" y="949413"/>
                  </a:lnTo>
                  <a:lnTo>
                    <a:pt x="889190" y="945032"/>
                  </a:lnTo>
                  <a:lnTo>
                    <a:pt x="843140" y="932383"/>
                  </a:lnTo>
                  <a:lnTo>
                    <a:pt x="800747" y="912253"/>
                  </a:lnTo>
                  <a:lnTo>
                    <a:pt x="762749" y="885405"/>
                  </a:lnTo>
                  <a:lnTo>
                    <a:pt x="729945" y="852589"/>
                  </a:lnTo>
                  <a:lnTo>
                    <a:pt x="703097" y="814603"/>
                  </a:lnTo>
                  <a:lnTo>
                    <a:pt x="682955" y="772198"/>
                  </a:lnTo>
                  <a:lnTo>
                    <a:pt x="670318" y="726147"/>
                  </a:lnTo>
                  <a:lnTo>
                    <a:pt x="665924" y="677227"/>
                  </a:lnTo>
                  <a:lnTo>
                    <a:pt x="665924" y="272186"/>
                  </a:lnTo>
                  <a:lnTo>
                    <a:pt x="661543" y="223253"/>
                  </a:lnTo>
                  <a:lnTo>
                    <a:pt x="648906" y="177215"/>
                  </a:lnTo>
                  <a:lnTo>
                    <a:pt x="628764" y="134810"/>
                  </a:lnTo>
                  <a:lnTo>
                    <a:pt x="601916" y="96812"/>
                  </a:lnTo>
                  <a:lnTo>
                    <a:pt x="569112" y="64008"/>
                  </a:lnTo>
                  <a:lnTo>
                    <a:pt x="531114" y="37160"/>
                  </a:lnTo>
                  <a:lnTo>
                    <a:pt x="488721" y="17030"/>
                  </a:lnTo>
                  <a:lnTo>
                    <a:pt x="442671" y="4381"/>
                  </a:lnTo>
                  <a:lnTo>
                    <a:pt x="393738" y="0"/>
                  </a:lnTo>
                  <a:lnTo>
                    <a:pt x="0" y="0"/>
                  </a:lnTo>
                  <a:lnTo>
                    <a:pt x="0" y="2022678"/>
                  </a:lnTo>
                  <a:lnTo>
                    <a:pt x="1598942" y="2022678"/>
                  </a:lnTo>
                  <a:lnTo>
                    <a:pt x="1652282" y="2027948"/>
                  </a:lnTo>
                  <a:lnTo>
                    <a:pt x="1703095" y="2043391"/>
                  </a:lnTo>
                  <a:lnTo>
                    <a:pt x="1749945" y="2068410"/>
                  </a:lnTo>
                  <a:lnTo>
                    <a:pt x="1791411" y="2102396"/>
                  </a:lnTo>
                  <a:lnTo>
                    <a:pt x="1825396" y="2143861"/>
                  </a:lnTo>
                  <a:lnTo>
                    <a:pt x="1850415" y="2190699"/>
                  </a:lnTo>
                  <a:lnTo>
                    <a:pt x="1865845" y="2241512"/>
                  </a:lnTo>
                  <a:lnTo>
                    <a:pt x="1871129" y="2294864"/>
                  </a:lnTo>
                  <a:lnTo>
                    <a:pt x="1871129" y="2644864"/>
                  </a:lnTo>
                  <a:lnTo>
                    <a:pt x="1875510" y="2693797"/>
                  </a:lnTo>
                  <a:lnTo>
                    <a:pt x="1888159" y="2739847"/>
                  </a:lnTo>
                  <a:lnTo>
                    <a:pt x="1908289" y="2782252"/>
                  </a:lnTo>
                  <a:lnTo>
                    <a:pt x="1935149" y="2820238"/>
                  </a:lnTo>
                  <a:lnTo>
                    <a:pt x="1967953" y="2853042"/>
                  </a:lnTo>
                  <a:lnTo>
                    <a:pt x="2005939" y="2879902"/>
                  </a:lnTo>
                  <a:lnTo>
                    <a:pt x="2048344" y="2900032"/>
                  </a:lnTo>
                  <a:lnTo>
                    <a:pt x="2094395" y="2912668"/>
                  </a:lnTo>
                  <a:lnTo>
                    <a:pt x="2143328" y="2917063"/>
                  </a:lnTo>
                  <a:lnTo>
                    <a:pt x="3227933" y="2917063"/>
                  </a:lnTo>
                  <a:lnTo>
                    <a:pt x="3281286" y="2911779"/>
                  </a:lnTo>
                  <a:lnTo>
                    <a:pt x="3332099" y="2896336"/>
                  </a:lnTo>
                  <a:lnTo>
                    <a:pt x="3378949" y="2871330"/>
                  </a:lnTo>
                  <a:lnTo>
                    <a:pt x="3420402" y="2837332"/>
                  </a:lnTo>
                  <a:lnTo>
                    <a:pt x="3454400" y="2795879"/>
                  </a:lnTo>
                  <a:lnTo>
                    <a:pt x="3479406" y="2749029"/>
                  </a:lnTo>
                  <a:lnTo>
                    <a:pt x="3494849" y="2698216"/>
                  </a:lnTo>
                  <a:lnTo>
                    <a:pt x="3500120" y="2644864"/>
                  </a:lnTo>
                  <a:lnTo>
                    <a:pt x="3500120" y="2115985"/>
                  </a:lnTo>
                  <a:close/>
                </a:path>
                <a:path extrusionOk="0" h="4260850" w="8122920">
                  <a:moveTo>
                    <a:pt x="8122361" y="3911562"/>
                  </a:moveTo>
                  <a:lnTo>
                    <a:pt x="8117980" y="3862628"/>
                  </a:lnTo>
                  <a:lnTo>
                    <a:pt x="8105330" y="3816578"/>
                  </a:lnTo>
                  <a:lnTo>
                    <a:pt x="8085201" y="3774173"/>
                  </a:lnTo>
                  <a:lnTo>
                    <a:pt x="8058353" y="3736187"/>
                  </a:lnTo>
                  <a:lnTo>
                    <a:pt x="8025549" y="3703383"/>
                  </a:lnTo>
                  <a:lnTo>
                    <a:pt x="7987551" y="3676523"/>
                  </a:lnTo>
                  <a:lnTo>
                    <a:pt x="7945145" y="3656393"/>
                  </a:lnTo>
                  <a:lnTo>
                    <a:pt x="7899095" y="3643744"/>
                  </a:lnTo>
                  <a:lnTo>
                    <a:pt x="7850175" y="3639362"/>
                  </a:lnTo>
                  <a:lnTo>
                    <a:pt x="5560365" y="3639362"/>
                  </a:lnTo>
                  <a:lnTo>
                    <a:pt x="5507012" y="3634079"/>
                  </a:lnTo>
                  <a:lnTo>
                    <a:pt x="5456199" y="3618649"/>
                  </a:lnTo>
                  <a:lnTo>
                    <a:pt x="5409362" y="3593630"/>
                  </a:lnTo>
                  <a:lnTo>
                    <a:pt x="5367896" y="3559645"/>
                  </a:lnTo>
                  <a:lnTo>
                    <a:pt x="5333911" y="3518179"/>
                  </a:lnTo>
                  <a:lnTo>
                    <a:pt x="5308892" y="3471329"/>
                  </a:lnTo>
                  <a:lnTo>
                    <a:pt x="5293449" y="3420516"/>
                  </a:lnTo>
                  <a:lnTo>
                    <a:pt x="5288178" y="3367176"/>
                  </a:lnTo>
                  <a:lnTo>
                    <a:pt x="5288178" y="3017177"/>
                  </a:lnTo>
                  <a:lnTo>
                    <a:pt x="5283797" y="2968244"/>
                  </a:lnTo>
                  <a:lnTo>
                    <a:pt x="5271147" y="2922193"/>
                  </a:lnTo>
                  <a:lnTo>
                    <a:pt x="5251018" y="2879788"/>
                  </a:lnTo>
                  <a:lnTo>
                    <a:pt x="5224157" y="2841802"/>
                  </a:lnTo>
                  <a:lnTo>
                    <a:pt x="5191353" y="2808998"/>
                  </a:lnTo>
                  <a:lnTo>
                    <a:pt x="5153368" y="2782138"/>
                  </a:lnTo>
                  <a:lnTo>
                    <a:pt x="5110962" y="2762008"/>
                  </a:lnTo>
                  <a:lnTo>
                    <a:pt x="5064912" y="2749359"/>
                  </a:lnTo>
                  <a:lnTo>
                    <a:pt x="5015979" y="2744978"/>
                  </a:lnTo>
                  <a:lnTo>
                    <a:pt x="3931374" y="2744978"/>
                  </a:lnTo>
                  <a:lnTo>
                    <a:pt x="3878021" y="2750261"/>
                  </a:lnTo>
                  <a:lnTo>
                    <a:pt x="3827208" y="2765704"/>
                  </a:lnTo>
                  <a:lnTo>
                    <a:pt x="3780358" y="2790710"/>
                  </a:lnTo>
                  <a:lnTo>
                    <a:pt x="3738905" y="2824708"/>
                  </a:lnTo>
                  <a:lnTo>
                    <a:pt x="3704907" y="2866161"/>
                  </a:lnTo>
                  <a:lnTo>
                    <a:pt x="3679901" y="2913011"/>
                  </a:lnTo>
                  <a:lnTo>
                    <a:pt x="3664458" y="2963824"/>
                  </a:lnTo>
                  <a:lnTo>
                    <a:pt x="3659187" y="3017177"/>
                  </a:lnTo>
                  <a:lnTo>
                    <a:pt x="3659187" y="3546043"/>
                  </a:lnTo>
                  <a:lnTo>
                    <a:pt x="3664458" y="3599396"/>
                  </a:lnTo>
                  <a:lnTo>
                    <a:pt x="3679901" y="3650208"/>
                  </a:lnTo>
                  <a:lnTo>
                    <a:pt x="3704907" y="3697059"/>
                  </a:lnTo>
                  <a:lnTo>
                    <a:pt x="3738905" y="3738511"/>
                  </a:lnTo>
                  <a:lnTo>
                    <a:pt x="3780358" y="3772509"/>
                  </a:lnTo>
                  <a:lnTo>
                    <a:pt x="3827208" y="3797516"/>
                  </a:lnTo>
                  <a:lnTo>
                    <a:pt x="3878021" y="3812959"/>
                  </a:lnTo>
                  <a:lnTo>
                    <a:pt x="3931374" y="3818242"/>
                  </a:lnTo>
                  <a:lnTo>
                    <a:pt x="4393806" y="3818242"/>
                  </a:lnTo>
                  <a:lnTo>
                    <a:pt x="4447159" y="3823512"/>
                  </a:lnTo>
                  <a:lnTo>
                    <a:pt x="4497971" y="3838956"/>
                  </a:lnTo>
                  <a:lnTo>
                    <a:pt x="4544822" y="3863975"/>
                  </a:lnTo>
                  <a:lnTo>
                    <a:pt x="4586275" y="3897960"/>
                  </a:lnTo>
                  <a:lnTo>
                    <a:pt x="4620272" y="3939413"/>
                  </a:lnTo>
                  <a:lnTo>
                    <a:pt x="4645279" y="3986263"/>
                  </a:lnTo>
                  <a:lnTo>
                    <a:pt x="4660722" y="4037088"/>
                  </a:lnTo>
                  <a:lnTo>
                    <a:pt x="4666005" y="4090428"/>
                  </a:lnTo>
                  <a:lnTo>
                    <a:pt x="4666005" y="4260532"/>
                  </a:lnTo>
                  <a:lnTo>
                    <a:pt x="8122361" y="4260532"/>
                  </a:lnTo>
                  <a:lnTo>
                    <a:pt x="8122361" y="3911562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1" name="Google Shape;131;p18"/>
          <p:cNvSpPr txBox="1"/>
          <p:nvPr>
            <p:ph type="title"/>
          </p:nvPr>
        </p:nvSpPr>
        <p:spPr>
          <a:xfrm>
            <a:off x="1774432" y="-495299"/>
            <a:ext cx="14989500" cy="24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52375">
            <a:spAutoFit/>
          </a:bodyPr>
          <a:lstStyle/>
          <a:p>
            <a:pPr indent="0" lvl="0" marL="22656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          </a:t>
            </a:r>
            <a:endParaRPr sz="6000"/>
          </a:p>
        </p:txBody>
      </p:sp>
      <p:sp>
        <p:nvSpPr>
          <p:cNvPr id="132" name="Google Shape;132;p18"/>
          <p:cNvSpPr/>
          <p:nvPr/>
        </p:nvSpPr>
        <p:spPr>
          <a:xfrm>
            <a:off x="16495377" y="7120455"/>
            <a:ext cx="1793240" cy="3166745"/>
          </a:xfrm>
          <a:custGeom>
            <a:rect b="b" l="l" r="r" t="t"/>
            <a:pathLst>
              <a:path extrusionOk="0" h="3166745" w="1793240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33" name="Google Shape;133;p18"/>
          <p:cNvGrpSpPr/>
          <p:nvPr/>
        </p:nvGrpSpPr>
        <p:grpSpPr>
          <a:xfrm>
            <a:off x="13969984" y="0"/>
            <a:ext cx="4318634" cy="3743952"/>
            <a:chOff x="13969984" y="0"/>
            <a:chExt cx="4318634" cy="3743952"/>
          </a:xfrm>
        </p:grpSpPr>
        <p:sp>
          <p:nvSpPr>
            <p:cNvPr id="134" name="Google Shape;134;p18"/>
            <p:cNvSpPr/>
            <p:nvPr/>
          </p:nvSpPr>
          <p:spPr>
            <a:xfrm>
              <a:off x="13969984" y="0"/>
              <a:ext cx="4318634" cy="2190750"/>
            </a:xfrm>
            <a:custGeom>
              <a:rect b="b" l="l" r="r" t="t"/>
              <a:pathLst>
                <a:path extrusionOk="0" h="2190750" w="4318634">
                  <a:moveTo>
                    <a:pt x="4318016" y="2190346"/>
                  </a:moveTo>
                  <a:lnTo>
                    <a:pt x="4105453" y="2190346"/>
                  </a:lnTo>
                  <a:lnTo>
                    <a:pt x="4056639" y="2187062"/>
                  </a:lnTo>
                  <a:lnTo>
                    <a:pt x="4009821" y="2177496"/>
                  </a:lnTo>
                  <a:lnTo>
                    <a:pt x="3965427" y="2162076"/>
                  </a:lnTo>
                  <a:lnTo>
                    <a:pt x="3923887" y="2141232"/>
                  </a:lnTo>
                  <a:lnTo>
                    <a:pt x="3885628" y="2115391"/>
                  </a:lnTo>
                  <a:lnTo>
                    <a:pt x="3851080" y="2084982"/>
                  </a:lnTo>
                  <a:lnTo>
                    <a:pt x="3820672" y="2050434"/>
                  </a:lnTo>
                  <a:lnTo>
                    <a:pt x="3794831" y="2012176"/>
                  </a:lnTo>
                  <a:lnTo>
                    <a:pt x="3773986" y="1970635"/>
                  </a:lnTo>
                  <a:lnTo>
                    <a:pt x="3758566" y="1926242"/>
                  </a:lnTo>
                  <a:lnTo>
                    <a:pt x="3749000" y="1879424"/>
                  </a:lnTo>
                  <a:lnTo>
                    <a:pt x="3745716" y="1830610"/>
                  </a:lnTo>
                  <a:lnTo>
                    <a:pt x="3745716" y="1368045"/>
                  </a:lnTo>
                  <a:lnTo>
                    <a:pt x="3742597" y="1320760"/>
                  </a:lnTo>
                  <a:lnTo>
                    <a:pt x="3733393" y="1274686"/>
                  </a:lnTo>
                  <a:lnTo>
                    <a:pt x="3718334" y="1230381"/>
                  </a:lnTo>
                  <a:lnTo>
                    <a:pt x="3697654" y="1188405"/>
                  </a:lnTo>
                  <a:lnTo>
                    <a:pt x="3671583" y="1149316"/>
                  </a:lnTo>
                  <a:lnTo>
                    <a:pt x="3640353" y="1113675"/>
                  </a:lnTo>
                  <a:lnTo>
                    <a:pt x="3604712" y="1082445"/>
                  </a:lnTo>
                  <a:lnTo>
                    <a:pt x="3565624" y="1056375"/>
                  </a:lnTo>
                  <a:lnTo>
                    <a:pt x="3523648" y="1035695"/>
                  </a:lnTo>
                  <a:lnTo>
                    <a:pt x="3479343" y="1020636"/>
                  </a:lnTo>
                  <a:lnTo>
                    <a:pt x="3433268" y="1011432"/>
                  </a:lnTo>
                  <a:lnTo>
                    <a:pt x="3385984" y="1008312"/>
                  </a:lnTo>
                  <a:lnTo>
                    <a:pt x="359732" y="1008312"/>
                  </a:lnTo>
                  <a:lnTo>
                    <a:pt x="310919" y="1005028"/>
                  </a:lnTo>
                  <a:lnTo>
                    <a:pt x="264101" y="995461"/>
                  </a:lnTo>
                  <a:lnTo>
                    <a:pt x="219708" y="980041"/>
                  </a:lnTo>
                  <a:lnTo>
                    <a:pt x="178168" y="959197"/>
                  </a:lnTo>
                  <a:lnTo>
                    <a:pt x="139910" y="933355"/>
                  </a:lnTo>
                  <a:lnTo>
                    <a:pt x="105363" y="902947"/>
                  </a:lnTo>
                  <a:lnTo>
                    <a:pt x="74954" y="868399"/>
                  </a:lnTo>
                  <a:lnTo>
                    <a:pt x="49114" y="830141"/>
                  </a:lnTo>
                  <a:lnTo>
                    <a:pt x="28269" y="788601"/>
                  </a:lnTo>
                  <a:lnTo>
                    <a:pt x="12850" y="744207"/>
                  </a:lnTo>
                  <a:lnTo>
                    <a:pt x="3284" y="697390"/>
                  </a:lnTo>
                  <a:lnTo>
                    <a:pt x="0" y="648576"/>
                  </a:lnTo>
                  <a:lnTo>
                    <a:pt x="0" y="0"/>
                  </a:lnTo>
                  <a:lnTo>
                    <a:pt x="4318016" y="0"/>
                  </a:lnTo>
                  <a:lnTo>
                    <a:pt x="4318016" y="2190346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15473726" y="1142992"/>
              <a:ext cx="2814319" cy="2600960"/>
            </a:xfrm>
            <a:custGeom>
              <a:rect b="b" l="l" r="r" t="t"/>
              <a:pathLst>
                <a:path extrusionOk="0" h="2600960" w="2814319">
                  <a:moveTo>
                    <a:pt x="359732" y="0"/>
                  </a:moveTo>
                  <a:lnTo>
                    <a:pt x="1793173" y="0"/>
                  </a:lnTo>
                  <a:lnTo>
                    <a:pt x="1841988" y="3283"/>
                  </a:lnTo>
                  <a:lnTo>
                    <a:pt x="1888806" y="12850"/>
                  </a:lnTo>
                  <a:lnTo>
                    <a:pt x="1933199" y="28269"/>
                  </a:lnTo>
                  <a:lnTo>
                    <a:pt x="1974740" y="49114"/>
                  </a:lnTo>
                  <a:lnTo>
                    <a:pt x="2012998" y="74955"/>
                  </a:lnTo>
                  <a:lnTo>
                    <a:pt x="2047546" y="105364"/>
                  </a:lnTo>
                  <a:lnTo>
                    <a:pt x="2077955" y="139912"/>
                  </a:lnTo>
                  <a:lnTo>
                    <a:pt x="2103796" y="178170"/>
                  </a:lnTo>
                  <a:lnTo>
                    <a:pt x="2124640" y="219710"/>
                  </a:lnTo>
                  <a:lnTo>
                    <a:pt x="2140060" y="264104"/>
                  </a:lnTo>
                  <a:lnTo>
                    <a:pt x="2149626" y="310922"/>
                  </a:lnTo>
                  <a:lnTo>
                    <a:pt x="2152910" y="359736"/>
                  </a:lnTo>
                  <a:lnTo>
                    <a:pt x="2152910" y="822300"/>
                  </a:lnTo>
                  <a:lnTo>
                    <a:pt x="2156029" y="869585"/>
                  </a:lnTo>
                  <a:lnTo>
                    <a:pt x="2165234" y="915660"/>
                  </a:lnTo>
                  <a:lnTo>
                    <a:pt x="2180292" y="959965"/>
                  </a:lnTo>
                  <a:lnTo>
                    <a:pt x="2200972" y="1001941"/>
                  </a:lnTo>
                  <a:lnTo>
                    <a:pt x="2227043" y="1041030"/>
                  </a:lnTo>
                  <a:lnTo>
                    <a:pt x="2258273" y="1076671"/>
                  </a:lnTo>
                  <a:lnTo>
                    <a:pt x="2293914" y="1107901"/>
                  </a:lnTo>
                  <a:lnTo>
                    <a:pt x="2333003" y="1133971"/>
                  </a:lnTo>
                  <a:lnTo>
                    <a:pt x="2374979" y="1154651"/>
                  </a:lnTo>
                  <a:lnTo>
                    <a:pt x="2419284" y="1169709"/>
                  </a:lnTo>
                  <a:lnTo>
                    <a:pt x="2465358" y="1178914"/>
                  </a:lnTo>
                  <a:lnTo>
                    <a:pt x="2512643" y="1182033"/>
                  </a:lnTo>
                  <a:lnTo>
                    <a:pt x="2814274" y="1182033"/>
                  </a:lnTo>
                  <a:lnTo>
                    <a:pt x="2814274" y="2600475"/>
                  </a:lnTo>
                  <a:lnTo>
                    <a:pt x="1690367" y="2600475"/>
                  </a:lnTo>
                  <a:lnTo>
                    <a:pt x="1643082" y="2597355"/>
                  </a:lnTo>
                  <a:lnTo>
                    <a:pt x="1597008" y="2588150"/>
                  </a:lnTo>
                  <a:lnTo>
                    <a:pt x="1552703" y="2573091"/>
                  </a:lnTo>
                  <a:lnTo>
                    <a:pt x="1510727" y="2552411"/>
                  </a:lnTo>
                  <a:lnTo>
                    <a:pt x="1471639" y="2526340"/>
                  </a:lnTo>
                  <a:lnTo>
                    <a:pt x="1435998" y="2495110"/>
                  </a:lnTo>
                  <a:lnTo>
                    <a:pt x="1404768" y="2459468"/>
                  </a:lnTo>
                  <a:lnTo>
                    <a:pt x="1378697" y="2420380"/>
                  </a:lnTo>
                  <a:lnTo>
                    <a:pt x="1358017" y="2378403"/>
                  </a:lnTo>
                  <a:lnTo>
                    <a:pt x="1342958" y="2334098"/>
                  </a:lnTo>
                  <a:lnTo>
                    <a:pt x="1333754" y="2288023"/>
                  </a:lnTo>
                  <a:lnTo>
                    <a:pt x="1330635" y="2240738"/>
                  </a:lnTo>
                  <a:lnTo>
                    <a:pt x="1330635" y="1778177"/>
                  </a:lnTo>
                  <a:lnTo>
                    <a:pt x="1327515" y="1730892"/>
                  </a:lnTo>
                  <a:lnTo>
                    <a:pt x="1318310" y="1684817"/>
                  </a:lnTo>
                  <a:lnTo>
                    <a:pt x="1303251" y="1640511"/>
                  </a:lnTo>
                  <a:lnTo>
                    <a:pt x="1282570" y="1598535"/>
                  </a:lnTo>
                  <a:lnTo>
                    <a:pt x="1256499" y="1559446"/>
                  </a:lnTo>
                  <a:lnTo>
                    <a:pt x="1225269" y="1523804"/>
                  </a:lnTo>
                  <a:lnTo>
                    <a:pt x="1189627" y="1492574"/>
                  </a:lnTo>
                  <a:lnTo>
                    <a:pt x="1150538" y="1466503"/>
                  </a:lnTo>
                  <a:lnTo>
                    <a:pt x="1108561" y="1445823"/>
                  </a:lnTo>
                  <a:lnTo>
                    <a:pt x="1064255" y="1430765"/>
                  </a:lnTo>
                  <a:lnTo>
                    <a:pt x="1018180" y="1421560"/>
                  </a:lnTo>
                  <a:lnTo>
                    <a:pt x="970895" y="1418441"/>
                  </a:lnTo>
                  <a:lnTo>
                    <a:pt x="359732" y="1418441"/>
                  </a:lnTo>
                  <a:lnTo>
                    <a:pt x="312447" y="1415322"/>
                  </a:lnTo>
                  <a:lnTo>
                    <a:pt x="266372" y="1406117"/>
                  </a:lnTo>
                  <a:lnTo>
                    <a:pt x="222067" y="1391059"/>
                  </a:lnTo>
                  <a:lnTo>
                    <a:pt x="180091" y="1370379"/>
                  </a:lnTo>
                  <a:lnTo>
                    <a:pt x="141003" y="1344308"/>
                  </a:lnTo>
                  <a:lnTo>
                    <a:pt x="105361" y="1313079"/>
                  </a:lnTo>
                  <a:lnTo>
                    <a:pt x="74131" y="1277437"/>
                  </a:lnTo>
                  <a:lnTo>
                    <a:pt x="48061" y="1238349"/>
                  </a:lnTo>
                  <a:lnTo>
                    <a:pt x="27381" y="1196372"/>
                  </a:lnTo>
                  <a:lnTo>
                    <a:pt x="12323" y="1152067"/>
                  </a:lnTo>
                  <a:lnTo>
                    <a:pt x="3119" y="1105993"/>
                  </a:lnTo>
                  <a:lnTo>
                    <a:pt x="0" y="1058708"/>
                  </a:lnTo>
                  <a:lnTo>
                    <a:pt x="0" y="359736"/>
                  </a:lnTo>
                  <a:lnTo>
                    <a:pt x="3119" y="312451"/>
                  </a:lnTo>
                  <a:lnTo>
                    <a:pt x="12323" y="266376"/>
                  </a:lnTo>
                  <a:lnTo>
                    <a:pt x="27381" y="222071"/>
                  </a:lnTo>
                  <a:lnTo>
                    <a:pt x="48061" y="180095"/>
                  </a:lnTo>
                  <a:lnTo>
                    <a:pt x="74131" y="141006"/>
                  </a:lnTo>
                  <a:lnTo>
                    <a:pt x="105361" y="105364"/>
                  </a:lnTo>
                  <a:lnTo>
                    <a:pt x="141003" y="74134"/>
                  </a:lnTo>
                  <a:lnTo>
                    <a:pt x="180091" y="48064"/>
                  </a:lnTo>
                  <a:lnTo>
                    <a:pt x="222067" y="27383"/>
                  </a:lnTo>
                  <a:lnTo>
                    <a:pt x="266372" y="12324"/>
                  </a:lnTo>
                  <a:lnTo>
                    <a:pt x="312447" y="3119"/>
                  </a:lnTo>
                  <a:lnTo>
                    <a:pt x="359732" y="0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6" name="Google Shape;136;p18"/>
          <p:cNvSpPr/>
          <p:nvPr/>
        </p:nvSpPr>
        <p:spPr>
          <a:xfrm>
            <a:off x="0" y="0"/>
            <a:ext cx="1927860" cy="2903220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0e3745d5-1c69-4e3a-98a5-92ee00ca2a12.jpg"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3100" y="0"/>
            <a:ext cx="2971799" cy="16430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/>
          <p:nvPr/>
        </p:nvSpPr>
        <p:spPr>
          <a:xfrm>
            <a:off x="5656500" y="0"/>
            <a:ext cx="4916100" cy="1200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Trebuchet MS"/>
              <a:buNone/>
            </a:pPr>
            <a:r>
              <a:rPr b="1" lang="en-US" sz="7200">
                <a:latin typeface="Trebuchet MS"/>
                <a:ea typeface="Trebuchet MS"/>
                <a:cs typeface="Trebuchet MS"/>
                <a:sym typeface="Trebuchet MS"/>
              </a:rPr>
              <a:t>APPROACH</a:t>
            </a:r>
            <a:r>
              <a:rPr b="1" i="0" lang="en-US" sz="7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1260325" y="1996200"/>
            <a:ext cx="3205200" cy="92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latin typeface="Roboto Mono SemiBold"/>
                <a:ea typeface="Roboto Mono SemiBold"/>
                <a:cs typeface="Roboto Mono SemiBold"/>
                <a:sym typeface="Roboto Mono SemiBold"/>
              </a:rPr>
              <a:t> Solution</a:t>
            </a:r>
            <a:endParaRPr sz="3900"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673975" y="3090675"/>
            <a:ext cx="4512900" cy="397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Lexend SemiBold"/>
                <a:ea typeface="Lexend SemiBold"/>
                <a:cs typeface="Lexend SemiBold"/>
                <a:sym typeface="Lexend SemiBold"/>
              </a:rPr>
              <a:t>A secure API key management platform that intelligently stores, encrypts, rotates, and proxies multiple AI/LLM provider keys through one unified interface.</a:t>
            </a:r>
            <a:endParaRPr sz="2000"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exend SemiBold"/>
                <a:ea typeface="Lexend SemiBold"/>
                <a:cs typeface="Lexend SemiBold"/>
                <a:sym typeface="Lexend SemiBold"/>
              </a:rPr>
              <a:t>Developers can securely manage OpenAI, Anthropic, Groq, Gemini, and more — without plaintext exposure or vendor lock-in.</a:t>
            </a:r>
            <a:endParaRPr sz="20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11934375" y="5974250"/>
            <a:ext cx="4743000" cy="92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Lexend SemiBold"/>
                <a:ea typeface="Lexend SemiBold"/>
                <a:cs typeface="Lexend SemiBold"/>
                <a:sym typeface="Lexend SemiBold"/>
              </a:rPr>
              <a:t>How it solves the problem</a:t>
            </a:r>
            <a:endParaRPr sz="27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1934375" y="7065963"/>
            <a:ext cx="4743000" cy="205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Lexend Medium"/>
                <a:ea typeface="Lexend Medium"/>
                <a:cs typeface="Lexend Medium"/>
                <a:sym typeface="Lexend Medium"/>
              </a:rPr>
              <a:t>It centralizes all API keys into a single encrypted vault, standardizes provider interactions, tracks usage per key, and simplifies rotation — eliminating security risks, surprise billing, and integration complexity.</a:t>
            </a:r>
            <a:endParaRPr sz="19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6168925" y="1643075"/>
            <a:ext cx="3833400" cy="82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Roboto Mono Medium"/>
                <a:ea typeface="Roboto Mono Medium"/>
                <a:cs typeface="Roboto Mono Medium"/>
                <a:sym typeface="Roboto Mono Medium"/>
              </a:rPr>
              <a:t> Key features</a:t>
            </a:r>
            <a:endParaRPr sz="34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5627575" y="2908750"/>
            <a:ext cx="5180100" cy="651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-US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AES-256 client-side encryption (zero plaintext leaks)</a:t>
            </a:r>
            <a:br>
              <a:rPr lang="en-US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Unified proxy endpoint (</a:t>
            </a:r>
            <a:r>
              <a:rPr lang="en-US" sz="2100">
                <a:solidFill>
                  <a:srgbClr val="188038"/>
                </a:solidFill>
                <a:latin typeface="Lexend"/>
                <a:ea typeface="Lexend"/>
                <a:cs typeface="Lexend"/>
                <a:sym typeface="Lexend"/>
              </a:rPr>
              <a:t>/proxy/u/&lt;provider&gt;/&lt;slug&gt;</a:t>
            </a:r>
            <a:r>
              <a:rPr lang="en-US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br>
              <a:rPr lang="en-US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-US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 power tool with Rich UI (add, list, call, usage)</a:t>
            </a:r>
            <a:br>
              <a:rPr lang="en-US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-US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Built-in usage tracking (tokens, latency, errors)</a:t>
            </a:r>
            <a:br>
              <a:rPr lang="en-US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-US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JWT + OAuth authentication (GitHub / GitLab)</a:t>
            </a:r>
            <a:br>
              <a:rPr lang="en-US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3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11847825" y="1534763"/>
            <a:ext cx="4916100" cy="103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Roboto Mono SemiBold"/>
                <a:ea typeface="Roboto Mono SemiBold"/>
                <a:cs typeface="Roboto Mono SemiBold"/>
                <a:sym typeface="Roboto Mono SemiBold"/>
              </a:rPr>
              <a:t>What makes it unique?</a:t>
            </a:r>
            <a:endParaRPr sz="2800"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11847825" y="2739475"/>
            <a:ext cx="4916100" cy="249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 traditional secret managers or scattered </a:t>
            </a:r>
            <a:r>
              <a:rPr lang="en-US" sz="2000">
                <a:solidFill>
                  <a:srgbClr val="188038"/>
                </a:solidFill>
                <a:latin typeface="Lexend"/>
                <a:ea typeface="Lexend"/>
                <a:cs typeface="Lexend"/>
                <a:sym typeface="Lexend"/>
              </a:rPr>
              <a:t>.env</a:t>
            </a:r>
            <a:r>
              <a:rPr lang="en-US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files, onekey provides a normalized API layer across providers, automatic provider detection, and real-time usage analytics — all designed specifically for AI developers.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6379100" y="225275"/>
            <a:ext cx="5488200" cy="1310100"/>
          </a:xfrm>
          <a:prstGeom prst="roundRect">
            <a:avLst>
              <a:gd fmla="val 16667" name="adj"/>
            </a:avLst>
          </a:prstGeom>
          <a:solidFill>
            <a:srgbClr val="2F2F2F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rPr>
              <a:t>Walkthrough Video</a:t>
            </a:r>
            <a:endParaRPr sz="42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descr="0e3745d5-1c69-4e3a-98a5-92ee00ca2a12.jpg"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777024" cy="153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9" title="onekey | one key to manage all your api keys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8600" y="1653625"/>
            <a:ext cx="14930800" cy="83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>
            <p:ph type="title"/>
          </p:nvPr>
        </p:nvSpPr>
        <p:spPr>
          <a:xfrm>
            <a:off x="2242461" y="571500"/>
            <a:ext cx="118167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                </a:t>
            </a:r>
            <a:endParaRPr sz="6000"/>
          </a:p>
        </p:txBody>
      </p:sp>
      <p:sp>
        <p:nvSpPr>
          <p:cNvPr id="159" name="Google Shape;159;p20"/>
          <p:cNvSpPr/>
          <p:nvPr/>
        </p:nvSpPr>
        <p:spPr>
          <a:xfrm>
            <a:off x="16495377" y="7120455"/>
            <a:ext cx="1793240" cy="3166745"/>
          </a:xfrm>
          <a:custGeom>
            <a:rect b="b" l="l" r="r" t="t"/>
            <a:pathLst>
              <a:path extrusionOk="0" h="3166745" w="1793240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60" name="Google Shape;160;p20"/>
          <p:cNvGrpSpPr/>
          <p:nvPr/>
        </p:nvGrpSpPr>
        <p:grpSpPr>
          <a:xfrm>
            <a:off x="13969984" y="0"/>
            <a:ext cx="4318634" cy="3743952"/>
            <a:chOff x="13969984" y="0"/>
            <a:chExt cx="4318634" cy="3743952"/>
          </a:xfrm>
        </p:grpSpPr>
        <p:sp>
          <p:nvSpPr>
            <p:cNvPr id="161" name="Google Shape;161;p20"/>
            <p:cNvSpPr/>
            <p:nvPr/>
          </p:nvSpPr>
          <p:spPr>
            <a:xfrm>
              <a:off x="13969984" y="0"/>
              <a:ext cx="4318634" cy="2190750"/>
            </a:xfrm>
            <a:custGeom>
              <a:rect b="b" l="l" r="r" t="t"/>
              <a:pathLst>
                <a:path extrusionOk="0" h="2190750" w="4318634">
                  <a:moveTo>
                    <a:pt x="4318016" y="2190346"/>
                  </a:moveTo>
                  <a:lnTo>
                    <a:pt x="4105453" y="2190346"/>
                  </a:lnTo>
                  <a:lnTo>
                    <a:pt x="4056639" y="2187062"/>
                  </a:lnTo>
                  <a:lnTo>
                    <a:pt x="4009821" y="2177496"/>
                  </a:lnTo>
                  <a:lnTo>
                    <a:pt x="3965427" y="2162076"/>
                  </a:lnTo>
                  <a:lnTo>
                    <a:pt x="3923887" y="2141232"/>
                  </a:lnTo>
                  <a:lnTo>
                    <a:pt x="3885628" y="2115391"/>
                  </a:lnTo>
                  <a:lnTo>
                    <a:pt x="3851080" y="2084982"/>
                  </a:lnTo>
                  <a:lnTo>
                    <a:pt x="3820672" y="2050434"/>
                  </a:lnTo>
                  <a:lnTo>
                    <a:pt x="3794831" y="2012176"/>
                  </a:lnTo>
                  <a:lnTo>
                    <a:pt x="3773986" y="1970635"/>
                  </a:lnTo>
                  <a:lnTo>
                    <a:pt x="3758566" y="1926242"/>
                  </a:lnTo>
                  <a:lnTo>
                    <a:pt x="3749000" y="1879424"/>
                  </a:lnTo>
                  <a:lnTo>
                    <a:pt x="3745716" y="1830610"/>
                  </a:lnTo>
                  <a:lnTo>
                    <a:pt x="3745716" y="1368045"/>
                  </a:lnTo>
                  <a:lnTo>
                    <a:pt x="3742597" y="1320760"/>
                  </a:lnTo>
                  <a:lnTo>
                    <a:pt x="3733393" y="1274686"/>
                  </a:lnTo>
                  <a:lnTo>
                    <a:pt x="3718334" y="1230381"/>
                  </a:lnTo>
                  <a:lnTo>
                    <a:pt x="3697654" y="1188405"/>
                  </a:lnTo>
                  <a:lnTo>
                    <a:pt x="3671583" y="1149316"/>
                  </a:lnTo>
                  <a:lnTo>
                    <a:pt x="3640353" y="1113675"/>
                  </a:lnTo>
                  <a:lnTo>
                    <a:pt x="3604712" y="1082445"/>
                  </a:lnTo>
                  <a:lnTo>
                    <a:pt x="3565624" y="1056375"/>
                  </a:lnTo>
                  <a:lnTo>
                    <a:pt x="3523648" y="1035695"/>
                  </a:lnTo>
                  <a:lnTo>
                    <a:pt x="3479343" y="1020636"/>
                  </a:lnTo>
                  <a:lnTo>
                    <a:pt x="3433268" y="1011432"/>
                  </a:lnTo>
                  <a:lnTo>
                    <a:pt x="3385984" y="1008312"/>
                  </a:lnTo>
                  <a:lnTo>
                    <a:pt x="359732" y="1008312"/>
                  </a:lnTo>
                  <a:lnTo>
                    <a:pt x="310919" y="1005028"/>
                  </a:lnTo>
                  <a:lnTo>
                    <a:pt x="264101" y="995461"/>
                  </a:lnTo>
                  <a:lnTo>
                    <a:pt x="219708" y="980041"/>
                  </a:lnTo>
                  <a:lnTo>
                    <a:pt x="178168" y="959197"/>
                  </a:lnTo>
                  <a:lnTo>
                    <a:pt x="139910" y="933355"/>
                  </a:lnTo>
                  <a:lnTo>
                    <a:pt x="105363" y="902947"/>
                  </a:lnTo>
                  <a:lnTo>
                    <a:pt x="74954" y="868399"/>
                  </a:lnTo>
                  <a:lnTo>
                    <a:pt x="49114" y="830141"/>
                  </a:lnTo>
                  <a:lnTo>
                    <a:pt x="28269" y="788601"/>
                  </a:lnTo>
                  <a:lnTo>
                    <a:pt x="12850" y="744207"/>
                  </a:lnTo>
                  <a:lnTo>
                    <a:pt x="3284" y="697390"/>
                  </a:lnTo>
                  <a:lnTo>
                    <a:pt x="0" y="648576"/>
                  </a:lnTo>
                  <a:lnTo>
                    <a:pt x="0" y="0"/>
                  </a:lnTo>
                  <a:lnTo>
                    <a:pt x="4318016" y="0"/>
                  </a:lnTo>
                  <a:lnTo>
                    <a:pt x="4318016" y="2190346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20"/>
            <p:cNvSpPr/>
            <p:nvPr/>
          </p:nvSpPr>
          <p:spPr>
            <a:xfrm>
              <a:off x="15473726" y="1142992"/>
              <a:ext cx="2814319" cy="2600960"/>
            </a:xfrm>
            <a:custGeom>
              <a:rect b="b" l="l" r="r" t="t"/>
              <a:pathLst>
                <a:path extrusionOk="0" h="2600960" w="2814319">
                  <a:moveTo>
                    <a:pt x="359732" y="0"/>
                  </a:moveTo>
                  <a:lnTo>
                    <a:pt x="1793173" y="0"/>
                  </a:lnTo>
                  <a:lnTo>
                    <a:pt x="1841988" y="3283"/>
                  </a:lnTo>
                  <a:lnTo>
                    <a:pt x="1888806" y="12850"/>
                  </a:lnTo>
                  <a:lnTo>
                    <a:pt x="1933199" y="28269"/>
                  </a:lnTo>
                  <a:lnTo>
                    <a:pt x="1974740" y="49114"/>
                  </a:lnTo>
                  <a:lnTo>
                    <a:pt x="2012998" y="74955"/>
                  </a:lnTo>
                  <a:lnTo>
                    <a:pt x="2047546" y="105364"/>
                  </a:lnTo>
                  <a:lnTo>
                    <a:pt x="2077955" y="139912"/>
                  </a:lnTo>
                  <a:lnTo>
                    <a:pt x="2103796" y="178170"/>
                  </a:lnTo>
                  <a:lnTo>
                    <a:pt x="2124640" y="219710"/>
                  </a:lnTo>
                  <a:lnTo>
                    <a:pt x="2140060" y="264104"/>
                  </a:lnTo>
                  <a:lnTo>
                    <a:pt x="2149626" y="310922"/>
                  </a:lnTo>
                  <a:lnTo>
                    <a:pt x="2152910" y="359736"/>
                  </a:lnTo>
                  <a:lnTo>
                    <a:pt x="2152910" y="822300"/>
                  </a:lnTo>
                  <a:lnTo>
                    <a:pt x="2156029" y="869585"/>
                  </a:lnTo>
                  <a:lnTo>
                    <a:pt x="2165234" y="915660"/>
                  </a:lnTo>
                  <a:lnTo>
                    <a:pt x="2180292" y="959965"/>
                  </a:lnTo>
                  <a:lnTo>
                    <a:pt x="2200972" y="1001941"/>
                  </a:lnTo>
                  <a:lnTo>
                    <a:pt x="2227043" y="1041030"/>
                  </a:lnTo>
                  <a:lnTo>
                    <a:pt x="2258273" y="1076671"/>
                  </a:lnTo>
                  <a:lnTo>
                    <a:pt x="2293914" y="1107901"/>
                  </a:lnTo>
                  <a:lnTo>
                    <a:pt x="2333003" y="1133971"/>
                  </a:lnTo>
                  <a:lnTo>
                    <a:pt x="2374979" y="1154651"/>
                  </a:lnTo>
                  <a:lnTo>
                    <a:pt x="2419284" y="1169709"/>
                  </a:lnTo>
                  <a:lnTo>
                    <a:pt x="2465358" y="1178914"/>
                  </a:lnTo>
                  <a:lnTo>
                    <a:pt x="2512643" y="1182033"/>
                  </a:lnTo>
                  <a:lnTo>
                    <a:pt x="2814274" y="1182033"/>
                  </a:lnTo>
                  <a:lnTo>
                    <a:pt x="2814274" y="2600475"/>
                  </a:lnTo>
                  <a:lnTo>
                    <a:pt x="1690367" y="2600475"/>
                  </a:lnTo>
                  <a:lnTo>
                    <a:pt x="1643082" y="2597355"/>
                  </a:lnTo>
                  <a:lnTo>
                    <a:pt x="1597008" y="2588150"/>
                  </a:lnTo>
                  <a:lnTo>
                    <a:pt x="1552703" y="2573091"/>
                  </a:lnTo>
                  <a:lnTo>
                    <a:pt x="1510727" y="2552411"/>
                  </a:lnTo>
                  <a:lnTo>
                    <a:pt x="1471639" y="2526340"/>
                  </a:lnTo>
                  <a:lnTo>
                    <a:pt x="1435998" y="2495110"/>
                  </a:lnTo>
                  <a:lnTo>
                    <a:pt x="1404768" y="2459468"/>
                  </a:lnTo>
                  <a:lnTo>
                    <a:pt x="1378697" y="2420380"/>
                  </a:lnTo>
                  <a:lnTo>
                    <a:pt x="1358017" y="2378403"/>
                  </a:lnTo>
                  <a:lnTo>
                    <a:pt x="1342958" y="2334098"/>
                  </a:lnTo>
                  <a:lnTo>
                    <a:pt x="1333754" y="2288023"/>
                  </a:lnTo>
                  <a:lnTo>
                    <a:pt x="1330635" y="2240738"/>
                  </a:lnTo>
                  <a:lnTo>
                    <a:pt x="1330635" y="1778177"/>
                  </a:lnTo>
                  <a:lnTo>
                    <a:pt x="1327515" y="1730892"/>
                  </a:lnTo>
                  <a:lnTo>
                    <a:pt x="1318310" y="1684817"/>
                  </a:lnTo>
                  <a:lnTo>
                    <a:pt x="1303251" y="1640511"/>
                  </a:lnTo>
                  <a:lnTo>
                    <a:pt x="1282570" y="1598535"/>
                  </a:lnTo>
                  <a:lnTo>
                    <a:pt x="1256499" y="1559446"/>
                  </a:lnTo>
                  <a:lnTo>
                    <a:pt x="1225269" y="1523804"/>
                  </a:lnTo>
                  <a:lnTo>
                    <a:pt x="1189627" y="1492574"/>
                  </a:lnTo>
                  <a:lnTo>
                    <a:pt x="1150538" y="1466503"/>
                  </a:lnTo>
                  <a:lnTo>
                    <a:pt x="1108561" y="1445823"/>
                  </a:lnTo>
                  <a:lnTo>
                    <a:pt x="1064255" y="1430765"/>
                  </a:lnTo>
                  <a:lnTo>
                    <a:pt x="1018180" y="1421560"/>
                  </a:lnTo>
                  <a:lnTo>
                    <a:pt x="970895" y="1418441"/>
                  </a:lnTo>
                  <a:lnTo>
                    <a:pt x="359732" y="1418441"/>
                  </a:lnTo>
                  <a:lnTo>
                    <a:pt x="312447" y="1415322"/>
                  </a:lnTo>
                  <a:lnTo>
                    <a:pt x="266372" y="1406117"/>
                  </a:lnTo>
                  <a:lnTo>
                    <a:pt x="222067" y="1391059"/>
                  </a:lnTo>
                  <a:lnTo>
                    <a:pt x="180091" y="1370379"/>
                  </a:lnTo>
                  <a:lnTo>
                    <a:pt x="141003" y="1344308"/>
                  </a:lnTo>
                  <a:lnTo>
                    <a:pt x="105361" y="1313079"/>
                  </a:lnTo>
                  <a:lnTo>
                    <a:pt x="74131" y="1277437"/>
                  </a:lnTo>
                  <a:lnTo>
                    <a:pt x="48061" y="1238349"/>
                  </a:lnTo>
                  <a:lnTo>
                    <a:pt x="27381" y="1196372"/>
                  </a:lnTo>
                  <a:lnTo>
                    <a:pt x="12323" y="1152067"/>
                  </a:lnTo>
                  <a:lnTo>
                    <a:pt x="3119" y="1105993"/>
                  </a:lnTo>
                  <a:lnTo>
                    <a:pt x="0" y="1058708"/>
                  </a:lnTo>
                  <a:lnTo>
                    <a:pt x="0" y="359736"/>
                  </a:lnTo>
                  <a:lnTo>
                    <a:pt x="3119" y="312451"/>
                  </a:lnTo>
                  <a:lnTo>
                    <a:pt x="12323" y="266376"/>
                  </a:lnTo>
                  <a:lnTo>
                    <a:pt x="27381" y="222071"/>
                  </a:lnTo>
                  <a:lnTo>
                    <a:pt x="48061" y="180095"/>
                  </a:lnTo>
                  <a:lnTo>
                    <a:pt x="74131" y="141006"/>
                  </a:lnTo>
                  <a:lnTo>
                    <a:pt x="105361" y="105364"/>
                  </a:lnTo>
                  <a:lnTo>
                    <a:pt x="141003" y="74134"/>
                  </a:lnTo>
                  <a:lnTo>
                    <a:pt x="180091" y="48064"/>
                  </a:lnTo>
                  <a:lnTo>
                    <a:pt x="222067" y="27383"/>
                  </a:lnTo>
                  <a:lnTo>
                    <a:pt x="266372" y="12324"/>
                  </a:lnTo>
                  <a:lnTo>
                    <a:pt x="312447" y="3119"/>
                  </a:lnTo>
                  <a:lnTo>
                    <a:pt x="359732" y="0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3" name="Google Shape;163;p20"/>
          <p:cNvSpPr/>
          <p:nvPr/>
        </p:nvSpPr>
        <p:spPr>
          <a:xfrm>
            <a:off x="0" y="0"/>
            <a:ext cx="1927860" cy="2903220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64" name="Google Shape;164;p20"/>
          <p:cNvGrpSpPr/>
          <p:nvPr/>
        </p:nvGrpSpPr>
        <p:grpSpPr>
          <a:xfrm>
            <a:off x="0" y="6026467"/>
            <a:ext cx="8122920" cy="4260850"/>
            <a:chOff x="0" y="6026467"/>
            <a:chExt cx="8122920" cy="4260850"/>
          </a:xfrm>
        </p:grpSpPr>
        <p:sp>
          <p:nvSpPr>
            <p:cNvPr id="165" name="Google Shape;165;p20"/>
            <p:cNvSpPr/>
            <p:nvPr/>
          </p:nvSpPr>
          <p:spPr>
            <a:xfrm>
              <a:off x="108968" y="8100915"/>
              <a:ext cx="4463415" cy="2186304"/>
            </a:xfrm>
            <a:custGeom>
              <a:rect b="b" l="l" r="r" t="t"/>
              <a:pathLst>
                <a:path extrusionOk="0" h="2186304" w="4463415">
                  <a:moveTo>
                    <a:pt x="4463184" y="2186084"/>
                  </a:moveTo>
                  <a:lnTo>
                    <a:pt x="2811000" y="2186084"/>
                  </a:lnTo>
                  <a:lnTo>
                    <a:pt x="2788457" y="2143860"/>
                  </a:lnTo>
                  <a:lnTo>
                    <a:pt x="2754466" y="2102404"/>
                  </a:lnTo>
                  <a:lnTo>
                    <a:pt x="2713009" y="2068412"/>
                  </a:lnTo>
                  <a:lnTo>
                    <a:pt x="2666160" y="2043400"/>
                  </a:lnTo>
                  <a:lnTo>
                    <a:pt x="2615347" y="2027959"/>
                  </a:lnTo>
                  <a:lnTo>
                    <a:pt x="2561997" y="2022682"/>
                  </a:lnTo>
                  <a:lnTo>
                    <a:pt x="272191" y="2022682"/>
                  </a:lnTo>
                  <a:lnTo>
                    <a:pt x="223264" y="2018296"/>
                  </a:lnTo>
                  <a:lnTo>
                    <a:pt x="177214" y="2005652"/>
                  </a:lnTo>
                  <a:lnTo>
                    <a:pt x="134810" y="1985518"/>
                  </a:lnTo>
                  <a:lnTo>
                    <a:pt x="96821" y="1958664"/>
                  </a:lnTo>
                  <a:lnTo>
                    <a:pt x="64015" y="1925858"/>
                  </a:lnTo>
                  <a:lnTo>
                    <a:pt x="37161" y="1887868"/>
                  </a:lnTo>
                  <a:lnTo>
                    <a:pt x="17028" y="1845464"/>
                  </a:lnTo>
                  <a:lnTo>
                    <a:pt x="4385" y="1799414"/>
                  </a:lnTo>
                  <a:lnTo>
                    <a:pt x="0" y="1750488"/>
                  </a:lnTo>
                  <a:lnTo>
                    <a:pt x="0" y="272191"/>
                  </a:lnTo>
                  <a:lnTo>
                    <a:pt x="4385" y="223264"/>
                  </a:lnTo>
                  <a:lnTo>
                    <a:pt x="17029" y="177215"/>
                  </a:lnTo>
                  <a:lnTo>
                    <a:pt x="37162" y="134811"/>
                  </a:lnTo>
                  <a:lnTo>
                    <a:pt x="64016" y="96822"/>
                  </a:lnTo>
                  <a:lnTo>
                    <a:pt x="96822" y="64016"/>
                  </a:lnTo>
                  <a:lnTo>
                    <a:pt x="134811" y="37162"/>
                  </a:lnTo>
                  <a:lnTo>
                    <a:pt x="177215" y="17029"/>
                  </a:lnTo>
                  <a:lnTo>
                    <a:pt x="223264" y="4385"/>
                  </a:lnTo>
                  <a:lnTo>
                    <a:pt x="272191" y="0"/>
                  </a:lnTo>
                  <a:lnTo>
                    <a:pt x="1356798" y="0"/>
                  </a:lnTo>
                  <a:lnTo>
                    <a:pt x="1405725" y="4385"/>
                  </a:lnTo>
                  <a:lnTo>
                    <a:pt x="1451774" y="17029"/>
                  </a:lnTo>
                  <a:lnTo>
                    <a:pt x="1494178" y="37162"/>
                  </a:lnTo>
                  <a:lnTo>
                    <a:pt x="1532167" y="64016"/>
                  </a:lnTo>
                  <a:lnTo>
                    <a:pt x="1564973" y="96822"/>
                  </a:lnTo>
                  <a:lnTo>
                    <a:pt x="1591827" y="134811"/>
                  </a:lnTo>
                  <a:lnTo>
                    <a:pt x="1611960" y="177215"/>
                  </a:lnTo>
                  <a:lnTo>
                    <a:pt x="1624604" y="223264"/>
                  </a:lnTo>
                  <a:lnTo>
                    <a:pt x="1628989" y="272191"/>
                  </a:lnTo>
                  <a:lnTo>
                    <a:pt x="1628989" y="677230"/>
                  </a:lnTo>
                  <a:lnTo>
                    <a:pt x="1633375" y="726156"/>
                  </a:lnTo>
                  <a:lnTo>
                    <a:pt x="1646018" y="772206"/>
                  </a:lnTo>
                  <a:lnTo>
                    <a:pt x="1666152" y="814610"/>
                  </a:lnTo>
                  <a:lnTo>
                    <a:pt x="1693005" y="852599"/>
                  </a:lnTo>
                  <a:lnTo>
                    <a:pt x="1725811" y="885405"/>
                  </a:lnTo>
                  <a:lnTo>
                    <a:pt x="1763801" y="912259"/>
                  </a:lnTo>
                  <a:lnTo>
                    <a:pt x="1806204" y="932392"/>
                  </a:lnTo>
                  <a:lnTo>
                    <a:pt x="1852254" y="945035"/>
                  </a:lnTo>
                  <a:lnTo>
                    <a:pt x="1901181" y="949421"/>
                  </a:lnTo>
                  <a:lnTo>
                    <a:pt x="3184170" y="949421"/>
                  </a:lnTo>
                  <a:lnTo>
                    <a:pt x="3237520" y="954699"/>
                  </a:lnTo>
                  <a:lnTo>
                    <a:pt x="3288333" y="970140"/>
                  </a:lnTo>
                  <a:lnTo>
                    <a:pt x="3335182" y="995153"/>
                  </a:lnTo>
                  <a:lnTo>
                    <a:pt x="3376639" y="1029145"/>
                  </a:lnTo>
                  <a:lnTo>
                    <a:pt x="3410630" y="1070602"/>
                  </a:lnTo>
                  <a:lnTo>
                    <a:pt x="3435642" y="1117451"/>
                  </a:lnTo>
                  <a:lnTo>
                    <a:pt x="3451083" y="1168264"/>
                  </a:lnTo>
                  <a:lnTo>
                    <a:pt x="3456361" y="1221615"/>
                  </a:lnTo>
                  <a:lnTo>
                    <a:pt x="3456361" y="1571610"/>
                  </a:lnTo>
                  <a:lnTo>
                    <a:pt x="3461639" y="1624961"/>
                  </a:lnTo>
                  <a:lnTo>
                    <a:pt x="3477080" y="1675775"/>
                  </a:lnTo>
                  <a:lnTo>
                    <a:pt x="3502093" y="1722624"/>
                  </a:lnTo>
                  <a:lnTo>
                    <a:pt x="3536085" y="1764082"/>
                  </a:lnTo>
                  <a:lnTo>
                    <a:pt x="3577543" y="1798074"/>
                  </a:lnTo>
                  <a:lnTo>
                    <a:pt x="3624392" y="1823086"/>
                  </a:lnTo>
                  <a:lnTo>
                    <a:pt x="3675206" y="1838526"/>
                  </a:lnTo>
                  <a:lnTo>
                    <a:pt x="3728557" y="1843804"/>
                  </a:lnTo>
                  <a:lnTo>
                    <a:pt x="4190993" y="1843804"/>
                  </a:lnTo>
                  <a:lnTo>
                    <a:pt x="4244342" y="1849082"/>
                  </a:lnTo>
                  <a:lnTo>
                    <a:pt x="4295156" y="1864523"/>
                  </a:lnTo>
                  <a:lnTo>
                    <a:pt x="4342004" y="1889535"/>
                  </a:lnTo>
                  <a:lnTo>
                    <a:pt x="4383461" y="1923526"/>
                  </a:lnTo>
                  <a:lnTo>
                    <a:pt x="4417453" y="1964983"/>
                  </a:lnTo>
                  <a:lnTo>
                    <a:pt x="4442465" y="2011832"/>
                  </a:lnTo>
                  <a:lnTo>
                    <a:pt x="4457905" y="2062645"/>
                  </a:lnTo>
                  <a:lnTo>
                    <a:pt x="4463184" y="2115995"/>
                  </a:lnTo>
                  <a:lnTo>
                    <a:pt x="4463184" y="2186084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0" y="6026467"/>
              <a:ext cx="8122920" cy="4260850"/>
            </a:xfrm>
            <a:custGeom>
              <a:rect b="b" l="l" r="r" t="t"/>
              <a:pathLst>
                <a:path extrusionOk="0" h="4260850" w="8122920">
                  <a:moveTo>
                    <a:pt x="3500120" y="2115985"/>
                  </a:moveTo>
                  <a:lnTo>
                    <a:pt x="3494849" y="2062645"/>
                  </a:lnTo>
                  <a:lnTo>
                    <a:pt x="3479406" y="2011832"/>
                  </a:lnTo>
                  <a:lnTo>
                    <a:pt x="3454400" y="1964982"/>
                  </a:lnTo>
                  <a:lnTo>
                    <a:pt x="3420402" y="1923516"/>
                  </a:lnTo>
                  <a:lnTo>
                    <a:pt x="3378949" y="1889531"/>
                  </a:lnTo>
                  <a:lnTo>
                    <a:pt x="3332099" y="1864512"/>
                  </a:lnTo>
                  <a:lnTo>
                    <a:pt x="3281286" y="1849081"/>
                  </a:lnTo>
                  <a:lnTo>
                    <a:pt x="3227933" y="1843798"/>
                  </a:lnTo>
                  <a:lnTo>
                    <a:pt x="2765501" y="1843798"/>
                  </a:lnTo>
                  <a:lnTo>
                    <a:pt x="2712148" y="1838515"/>
                  </a:lnTo>
                  <a:lnTo>
                    <a:pt x="2661335" y="1823085"/>
                  </a:lnTo>
                  <a:lnTo>
                    <a:pt x="2614485" y="1798066"/>
                  </a:lnTo>
                  <a:lnTo>
                    <a:pt x="2573020" y="1764080"/>
                  </a:lnTo>
                  <a:lnTo>
                    <a:pt x="2539034" y="1722615"/>
                  </a:lnTo>
                  <a:lnTo>
                    <a:pt x="2514015" y="1675765"/>
                  </a:lnTo>
                  <a:lnTo>
                    <a:pt x="2498585" y="1624952"/>
                  </a:lnTo>
                  <a:lnTo>
                    <a:pt x="2493302" y="1571599"/>
                  </a:lnTo>
                  <a:lnTo>
                    <a:pt x="2493302" y="1221613"/>
                  </a:lnTo>
                  <a:lnTo>
                    <a:pt x="2488019" y="1168260"/>
                  </a:lnTo>
                  <a:lnTo>
                    <a:pt x="2472588" y="1117447"/>
                  </a:lnTo>
                  <a:lnTo>
                    <a:pt x="2447569" y="1070597"/>
                  </a:lnTo>
                  <a:lnTo>
                    <a:pt x="2413584" y="1029144"/>
                  </a:lnTo>
                  <a:lnTo>
                    <a:pt x="2372118" y="995146"/>
                  </a:lnTo>
                  <a:lnTo>
                    <a:pt x="2325268" y="970140"/>
                  </a:lnTo>
                  <a:lnTo>
                    <a:pt x="2274455" y="954697"/>
                  </a:lnTo>
                  <a:lnTo>
                    <a:pt x="2221115" y="949413"/>
                  </a:lnTo>
                  <a:lnTo>
                    <a:pt x="938123" y="949413"/>
                  </a:lnTo>
                  <a:lnTo>
                    <a:pt x="889190" y="945032"/>
                  </a:lnTo>
                  <a:lnTo>
                    <a:pt x="843140" y="932383"/>
                  </a:lnTo>
                  <a:lnTo>
                    <a:pt x="800747" y="912253"/>
                  </a:lnTo>
                  <a:lnTo>
                    <a:pt x="762749" y="885405"/>
                  </a:lnTo>
                  <a:lnTo>
                    <a:pt x="729945" y="852589"/>
                  </a:lnTo>
                  <a:lnTo>
                    <a:pt x="703097" y="814603"/>
                  </a:lnTo>
                  <a:lnTo>
                    <a:pt x="682955" y="772198"/>
                  </a:lnTo>
                  <a:lnTo>
                    <a:pt x="670318" y="726147"/>
                  </a:lnTo>
                  <a:lnTo>
                    <a:pt x="665924" y="677227"/>
                  </a:lnTo>
                  <a:lnTo>
                    <a:pt x="665924" y="272186"/>
                  </a:lnTo>
                  <a:lnTo>
                    <a:pt x="661543" y="223253"/>
                  </a:lnTo>
                  <a:lnTo>
                    <a:pt x="648906" y="177215"/>
                  </a:lnTo>
                  <a:lnTo>
                    <a:pt x="628764" y="134810"/>
                  </a:lnTo>
                  <a:lnTo>
                    <a:pt x="601916" y="96812"/>
                  </a:lnTo>
                  <a:lnTo>
                    <a:pt x="569112" y="64008"/>
                  </a:lnTo>
                  <a:lnTo>
                    <a:pt x="531114" y="37160"/>
                  </a:lnTo>
                  <a:lnTo>
                    <a:pt x="488721" y="17030"/>
                  </a:lnTo>
                  <a:lnTo>
                    <a:pt x="442671" y="4381"/>
                  </a:lnTo>
                  <a:lnTo>
                    <a:pt x="393738" y="0"/>
                  </a:lnTo>
                  <a:lnTo>
                    <a:pt x="0" y="0"/>
                  </a:lnTo>
                  <a:lnTo>
                    <a:pt x="0" y="2022678"/>
                  </a:lnTo>
                  <a:lnTo>
                    <a:pt x="1598942" y="2022678"/>
                  </a:lnTo>
                  <a:lnTo>
                    <a:pt x="1652282" y="2027948"/>
                  </a:lnTo>
                  <a:lnTo>
                    <a:pt x="1703095" y="2043391"/>
                  </a:lnTo>
                  <a:lnTo>
                    <a:pt x="1749945" y="2068410"/>
                  </a:lnTo>
                  <a:lnTo>
                    <a:pt x="1791411" y="2102396"/>
                  </a:lnTo>
                  <a:lnTo>
                    <a:pt x="1825396" y="2143861"/>
                  </a:lnTo>
                  <a:lnTo>
                    <a:pt x="1850415" y="2190699"/>
                  </a:lnTo>
                  <a:lnTo>
                    <a:pt x="1865845" y="2241512"/>
                  </a:lnTo>
                  <a:lnTo>
                    <a:pt x="1871129" y="2294864"/>
                  </a:lnTo>
                  <a:lnTo>
                    <a:pt x="1871129" y="2644864"/>
                  </a:lnTo>
                  <a:lnTo>
                    <a:pt x="1875510" y="2693797"/>
                  </a:lnTo>
                  <a:lnTo>
                    <a:pt x="1888159" y="2739847"/>
                  </a:lnTo>
                  <a:lnTo>
                    <a:pt x="1908289" y="2782252"/>
                  </a:lnTo>
                  <a:lnTo>
                    <a:pt x="1935149" y="2820238"/>
                  </a:lnTo>
                  <a:lnTo>
                    <a:pt x="1967953" y="2853042"/>
                  </a:lnTo>
                  <a:lnTo>
                    <a:pt x="2005939" y="2879902"/>
                  </a:lnTo>
                  <a:lnTo>
                    <a:pt x="2048344" y="2900032"/>
                  </a:lnTo>
                  <a:lnTo>
                    <a:pt x="2094395" y="2912668"/>
                  </a:lnTo>
                  <a:lnTo>
                    <a:pt x="2143328" y="2917063"/>
                  </a:lnTo>
                  <a:lnTo>
                    <a:pt x="3227933" y="2917063"/>
                  </a:lnTo>
                  <a:lnTo>
                    <a:pt x="3281286" y="2911779"/>
                  </a:lnTo>
                  <a:lnTo>
                    <a:pt x="3332099" y="2896336"/>
                  </a:lnTo>
                  <a:lnTo>
                    <a:pt x="3378949" y="2871330"/>
                  </a:lnTo>
                  <a:lnTo>
                    <a:pt x="3420402" y="2837332"/>
                  </a:lnTo>
                  <a:lnTo>
                    <a:pt x="3454400" y="2795879"/>
                  </a:lnTo>
                  <a:lnTo>
                    <a:pt x="3479406" y="2749029"/>
                  </a:lnTo>
                  <a:lnTo>
                    <a:pt x="3494849" y="2698216"/>
                  </a:lnTo>
                  <a:lnTo>
                    <a:pt x="3500120" y="2644864"/>
                  </a:lnTo>
                  <a:lnTo>
                    <a:pt x="3500120" y="2115985"/>
                  </a:lnTo>
                  <a:close/>
                </a:path>
                <a:path extrusionOk="0" h="4260850" w="8122920">
                  <a:moveTo>
                    <a:pt x="8122361" y="3911562"/>
                  </a:moveTo>
                  <a:lnTo>
                    <a:pt x="8117980" y="3862628"/>
                  </a:lnTo>
                  <a:lnTo>
                    <a:pt x="8105330" y="3816578"/>
                  </a:lnTo>
                  <a:lnTo>
                    <a:pt x="8085201" y="3774173"/>
                  </a:lnTo>
                  <a:lnTo>
                    <a:pt x="8058353" y="3736187"/>
                  </a:lnTo>
                  <a:lnTo>
                    <a:pt x="8025549" y="3703383"/>
                  </a:lnTo>
                  <a:lnTo>
                    <a:pt x="7987551" y="3676523"/>
                  </a:lnTo>
                  <a:lnTo>
                    <a:pt x="7945145" y="3656393"/>
                  </a:lnTo>
                  <a:lnTo>
                    <a:pt x="7899095" y="3643744"/>
                  </a:lnTo>
                  <a:lnTo>
                    <a:pt x="7850175" y="3639362"/>
                  </a:lnTo>
                  <a:lnTo>
                    <a:pt x="5560365" y="3639362"/>
                  </a:lnTo>
                  <a:lnTo>
                    <a:pt x="5507012" y="3634079"/>
                  </a:lnTo>
                  <a:lnTo>
                    <a:pt x="5456199" y="3618649"/>
                  </a:lnTo>
                  <a:lnTo>
                    <a:pt x="5409362" y="3593630"/>
                  </a:lnTo>
                  <a:lnTo>
                    <a:pt x="5367896" y="3559645"/>
                  </a:lnTo>
                  <a:lnTo>
                    <a:pt x="5333911" y="3518179"/>
                  </a:lnTo>
                  <a:lnTo>
                    <a:pt x="5308892" y="3471329"/>
                  </a:lnTo>
                  <a:lnTo>
                    <a:pt x="5293449" y="3420516"/>
                  </a:lnTo>
                  <a:lnTo>
                    <a:pt x="5288178" y="3367176"/>
                  </a:lnTo>
                  <a:lnTo>
                    <a:pt x="5288178" y="3017177"/>
                  </a:lnTo>
                  <a:lnTo>
                    <a:pt x="5283797" y="2968244"/>
                  </a:lnTo>
                  <a:lnTo>
                    <a:pt x="5271147" y="2922193"/>
                  </a:lnTo>
                  <a:lnTo>
                    <a:pt x="5251018" y="2879788"/>
                  </a:lnTo>
                  <a:lnTo>
                    <a:pt x="5224157" y="2841802"/>
                  </a:lnTo>
                  <a:lnTo>
                    <a:pt x="5191353" y="2808998"/>
                  </a:lnTo>
                  <a:lnTo>
                    <a:pt x="5153368" y="2782138"/>
                  </a:lnTo>
                  <a:lnTo>
                    <a:pt x="5110962" y="2762008"/>
                  </a:lnTo>
                  <a:lnTo>
                    <a:pt x="5064912" y="2749359"/>
                  </a:lnTo>
                  <a:lnTo>
                    <a:pt x="5015979" y="2744978"/>
                  </a:lnTo>
                  <a:lnTo>
                    <a:pt x="3931374" y="2744978"/>
                  </a:lnTo>
                  <a:lnTo>
                    <a:pt x="3878021" y="2750261"/>
                  </a:lnTo>
                  <a:lnTo>
                    <a:pt x="3827208" y="2765704"/>
                  </a:lnTo>
                  <a:lnTo>
                    <a:pt x="3780358" y="2790710"/>
                  </a:lnTo>
                  <a:lnTo>
                    <a:pt x="3738905" y="2824708"/>
                  </a:lnTo>
                  <a:lnTo>
                    <a:pt x="3704907" y="2866161"/>
                  </a:lnTo>
                  <a:lnTo>
                    <a:pt x="3679901" y="2913011"/>
                  </a:lnTo>
                  <a:lnTo>
                    <a:pt x="3664458" y="2963824"/>
                  </a:lnTo>
                  <a:lnTo>
                    <a:pt x="3659187" y="3017177"/>
                  </a:lnTo>
                  <a:lnTo>
                    <a:pt x="3659187" y="3546043"/>
                  </a:lnTo>
                  <a:lnTo>
                    <a:pt x="3664458" y="3599396"/>
                  </a:lnTo>
                  <a:lnTo>
                    <a:pt x="3679901" y="3650208"/>
                  </a:lnTo>
                  <a:lnTo>
                    <a:pt x="3704907" y="3697059"/>
                  </a:lnTo>
                  <a:lnTo>
                    <a:pt x="3738905" y="3738511"/>
                  </a:lnTo>
                  <a:lnTo>
                    <a:pt x="3780358" y="3772509"/>
                  </a:lnTo>
                  <a:lnTo>
                    <a:pt x="3827208" y="3797516"/>
                  </a:lnTo>
                  <a:lnTo>
                    <a:pt x="3878021" y="3812959"/>
                  </a:lnTo>
                  <a:lnTo>
                    <a:pt x="3931374" y="3818242"/>
                  </a:lnTo>
                  <a:lnTo>
                    <a:pt x="4393806" y="3818242"/>
                  </a:lnTo>
                  <a:lnTo>
                    <a:pt x="4447159" y="3823512"/>
                  </a:lnTo>
                  <a:lnTo>
                    <a:pt x="4497971" y="3838956"/>
                  </a:lnTo>
                  <a:lnTo>
                    <a:pt x="4544822" y="3863975"/>
                  </a:lnTo>
                  <a:lnTo>
                    <a:pt x="4586275" y="3897960"/>
                  </a:lnTo>
                  <a:lnTo>
                    <a:pt x="4620272" y="3939413"/>
                  </a:lnTo>
                  <a:lnTo>
                    <a:pt x="4645279" y="3986263"/>
                  </a:lnTo>
                  <a:lnTo>
                    <a:pt x="4660722" y="4037088"/>
                  </a:lnTo>
                  <a:lnTo>
                    <a:pt x="4666005" y="4090428"/>
                  </a:lnTo>
                  <a:lnTo>
                    <a:pt x="4666005" y="4260532"/>
                  </a:lnTo>
                  <a:lnTo>
                    <a:pt x="8122361" y="4260532"/>
                  </a:lnTo>
                  <a:lnTo>
                    <a:pt x="8122361" y="3911562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descr="0e3745d5-1c69-4e3a-98a5-92ee00ca2a12.jpg" id="167" name="Google Shape;167;p20"/>
          <p:cNvPicPr preferRelativeResize="0"/>
          <p:nvPr/>
        </p:nvPicPr>
        <p:blipFill rotWithShape="1">
          <a:blip r:embed="rId3">
            <a:alphaModFix/>
          </a:blip>
          <a:srcRect b="-204211" l="100000" r="-140845" t="163366"/>
          <a:stretch/>
        </p:blipFill>
        <p:spPr>
          <a:xfrm>
            <a:off x="13969975" y="1964288"/>
            <a:ext cx="2971799" cy="164306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/>
          <p:nvPr/>
        </p:nvSpPr>
        <p:spPr>
          <a:xfrm>
            <a:off x="9010000" y="1316125"/>
            <a:ext cx="4960200" cy="938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Roboto Mono Medium"/>
                <a:ea typeface="Roboto Mono Medium"/>
                <a:cs typeface="Roboto Mono Medium"/>
                <a:sym typeface="Roboto Mono Medium"/>
              </a:rPr>
              <a:t>Architecture Flow</a:t>
            </a:r>
            <a:endParaRPr sz="36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1767200" y="1268975"/>
            <a:ext cx="5142900" cy="1096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latin typeface="Roboto Mono SemiBold"/>
                <a:ea typeface="Roboto Mono SemiBold"/>
                <a:cs typeface="Roboto Mono SemiBold"/>
                <a:sym typeface="Roboto Mono SemiBold"/>
              </a:rPr>
              <a:t> Technology Stack</a:t>
            </a:r>
            <a:endParaRPr sz="3700"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descr="0e3745d5-1c69-4e3a-98a5-92ee00ca2a12.jpg"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363" y="0"/>
            <a:ext cx="2030875" cy="1203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title="Frame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7192" y="2675525"/>
            <a:ext cx="5885276" cy="5885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title="Gemini_Generated_Image_lq5at6lq5at6lq5a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3576" y="2675525"/>
            <a:ext cx="8122924" cy="7167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/>
        </p:nvSpPr>
        <p:spPr>
          <a:xfrm>
            <a:off x="16495377" y="7120455"/>
            <a:ext cx="1793240" cy="3166745"/>
          </a:xfrm>
          <a:custGeom>
            <a:rect b="b" l="l" r="r" t="t"/>
            <a:pathLst>
              <a:path extrusionOk="0" h="3166745" w="1793240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8" name="Google Shape;178;p21"/>
          <p:cNvSpPr txBox="1"/>
          <p:nvPr>
            <p:ph type="title"/>
          </p:nvPr>
        </p:nvSpPr>
        <p:spPr>
          <a:xfrm>
            <a:off x="1533032" y="32251"/>
            <a:ext cx="14303700" cy="15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21975">
            <a:spAutoFit/>
          </a:bodyPr>
          <a:lstStyle/>
          <a:p>
            <a:pPr indent="0" lvl="0" marL="1174750" marR="5080" rtl="0" algn="l">
              <a:lnSpc>
                <a:spcPct val="7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      </a:t>
            </a:r>
            <a:endParaRPr sz="6000"/>
          </a:p>
        </p:txBody>
      </p:sp>
      <p:grpSp>
        <p:nvGrpSpPr>
          <p:cNvPr id="179" name="Google Shape;179;p21"/>
          <p:cNvGrpSpPr/>
          <p:nvPr/>
        </p:nvGrpSpPr>
        <p:grpSpPr>
          <a:xfrm>
            <a:off x="13969984" y="0"/>
            <a:ext cx="4318634" cy="3743952"/>
            <a:chOff x="13969984" y="0"/>
            <a:chExt cx="4318634" cy="3743952"/>
          </a:xfrm>
        </p:grpSpPr>
        <p:sp>
          <p:nvSpPr>
            <p:cNvPr id="180" name="Google Shape;180;p21"/>
            <p:cNvSpPr/>
            <p:nvPr/>
          </p:nvSpPr>
          <p:spPr>
            <a:xfrm>
              <a:off x="13969984" y="0"/>
              <a:ext cx="4318634" cy="2190750"/>
            </a:xfrm>
            <a:custGeom>
              <a:rect b="b" l="l" r="r" t="t"/>
              <a:pathLst>
                <a:path extrusionOk="0" h="2190750" w="4318634">
                  <a:moveTo>
                    <a:pt x="4318016" y="2190346"/>
                  </a:moveTo>
                  <a:lnTo>
                    <a:pt x="4105453" y="2190346"/>
                  </a:lnTo>
                  <a:lnTo>
                    <a:pt x="4056639" y="2187062"/>
                  </a:lnTo>
                  <a:lnTo>
                    <a:pt x="4009821" y="2177496"/>
                  </a:lnTo>
                  <a:lnTo>
                    <a:pt x="3965427" y="2162076"/>
                  </a:lnTo>
                  <a:lnTo>
                    <a:pt x="3923887" y="2141232"/>
                  </a:lnTo>
                  <a:lnTo>
                    <a:pt x="3885628" y="2115391"/>
                  </a:lnTo>
                  <a:lnTo>
                    <a:pt x="3851080" y="2084982"/>
                  </a:lnTo>
                  <a:lnTo>
                    <a:pt x="3820672" y="2050434"/>
                  </a:lnTo>
                  <a:lnTo>
                    <a:pt x="3794831" y="2012176"/>
                  </a:lnTo>
                  <a:lnTo>
                    <a:pt x="3773986" y="1970635"/>
                  </a:lnTo>
                  <a:lnTo>
                    <a:pt x="3758566" y="1926242"/>
                  </a:lnTo>
                  <a:lnTo>
                    <a:pt x="3749000" y="1879424"/>
                  </a:lnTo>
                  <a:lnTo>
                    <a:pt x="3745716" y="1830610"/>
                  </a:lnTo>
                  <a:lnTo>
                    <a:pt x="3745716" y="1368045"/>
                  </a:lnTo>
                  <a:lnTo>
                    <a:pt x="3742597" y="1320760"/>
                  </a:lnTo>
                  <a:lnTo>
                    <a:pt x="3733393" y="1274686"/>
                  </a:lnTo>
                  <a:lnTo>
                    <a:pt x="3718334" y="1230381"/>
                  </a:lnTo>
                  <a:lnTo>
                    <a:pt x="3697654" y="1188405"/>
                  </a:lnTo>
                  <a:lnTo>
                    <a:pt x="3671583" y="1149316"/>
                  </a:lnTo>
                  <a:lnTo>
                    <a:pt x="3640353" y="1113675"/>
                  </a:lnTo>
                  <a:lnTo>
                    <a:pt x="3604712" y="1082445"/>
                  </a:lnTo>
                  <a:lnTo>
                    <a:pt x="3565624" y="1056375"/>
                  </a:lnTo>
                  <a:lnTo>
                    <a:pt x="3523648" y="1035695"/>
                  </a:lnTo>
                  <a:lnTo>
                    <a:pt x="3479343" y="1020636"/>
                  </a:lnTo>
                  <a:lnTo>
                    <a:pt x="3433268" y="1011432"/>
                  </a:lnTo>
                  <a:lnTo>
                    <a:pt x="3385984" y="1008312"/>
                  </a:lnTo>
                  <a:lnTo>
                    <a:pt x="359732" y="1008312"/>
                  </a:lnTo>
                  <a:lnTo>
                    <a:pt x="310919" y="1005028"/>
                  </a:lnTo>
                  <a:lnTo>
                    <a:pt x="264101" y="995461"/>
                  </a:lnTo>
                  <a:lnTo>
                    <a:pt x="219708" y="980041"/>
                  </a:lnTo>
                  <a:lnTo>
                    <a:pt x="178168" y="959197"/>
                  </a:lnTo>
                  <a:lnTo>
                    <a:pt x="139910" y="933355"/>
                  </a:lnTo>
                  <a:lnTo>
                    <a:pt x="105363" y="902947"/>
                  </a:lnTo>
                  <a:lnTo>
                    <a:pt x="74954" y="868399"/>
                  </a:lnTo>
                  <a:lnTo>
                    <a:pt x="49114" y="830141"/>
                  </a:lnTo>
                  <a:lnTo>
                    <a:pt x="28269" y="788601"/>
                  </a:lnTo>
                  <a:lnTo>
                    <a:pt x="12850" y="744207"/>
                  </a:lnTo>
                  <a:lnTo>
                    <a:pt x="3284" y="697390"/>
                  </a:lnTo>
                  <a:lnTo>
                    <a:pt x="0" y="648576"/>
                  </a:lnTo>
                  <a:lnTo>
                    <a:pt x="0" y="0"/>
                  </a:lnTo>
                  <a:lnTo>
                    <a:pt x="4318016" y="0"/>
                  </a:lnTo>
                  <a:lnTo>
                    <a:pt x="4318016" y="2190346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21"/>
            <p:cNvSpPr/>
            <p:nvPr/>
          </p:nvSpPr>
          <p:spPr>
            <a:xfrm>
              <a:off x="15473726" y="1142992"/>
              <a:ext cx="2814319" cy="2600960"/>
            </a:xfrm>
            <a:custGeom>
              <a:rect b="b" l="l" r="r" t="t"/>
              <a:pathLst>
                <a:path extrusionOk="0" h="2600960" w="2814319">
                  <a:moveTo>
                    <a:pt x="359732" y="0"/>
                  </a:moveTo>
                  <a:lnTo>
                    <a:pt x="1793173" y="0"/>
                  </a:lnTo>
                  <a:lnTo>
                    <a:pt x="1841988" y="3283"/>
                  </a:lnTo>
                  <a:lnTo>
                    <a:pt x="1888806" y="12850"/>
                  </a:lnTo>
                  <a:lnTo>
                    <a:pt x="1933199" y="28269"/>
                  </a:lnTo>
                  <a:lnTo>
                    <a:pt x="1974740" y="49114"/>
                  </a:lnTo>
                  <a:lnTo>
                    <a:pt x="2012998" y="74955"/>
                  </a:lnTo>
                  <a:lnTo>
                    <a:pt x="2047546" y="105364"/>
                  </a:lnTo>
                  <a:lnTo>
                    <a:pt x="2077955" y="139912"/>
                  </a:lnTo>
                  <a:lnTo>
                    <a:pt x="2103796" y="178170"/>
                  </a:lnTo>
                  <a:lnTo>
                    <a:pt x="2124640" y="219710"/>
                  </a:lnTo>
                  <a:lnTo>
                    <a:pt x="2140060" y="264104"/>
                  </a:lnTo>
                  <a:lnTo>
                    <a:pt x="2149626" y="310922"/>
                  </a:lnTo>
                  <a:lnTo>
                    <a:pt x="2152910" y="359736"/>
                  </a:lnTo>
                  <a:lnTo>
                    <a:pt x="2152910" y="822300"/>
                  </a:lnTo>
                  <a:lnTo>
                    <a:pt x="2156029" y="869585"/>
                  </a:lnTo>
                  <a:lnTo>
                    <a:pt x="2165234" y="915660"/>
                  </a:lnTo>
                  <a:lnTo>
                    <a:pt x="2180292" y="959965"/>
                  </a:lnTo>
                  <a:lnTo>
                    <a:pt x="2200972" y="1001941"/>
                  </a:lnTo>
                  <a:lnTo>
                    <a:pt x="2227043" y="1041030"/>
                  </a:lnTo>
                  <a:lnTo>
                    <a:pt x="2258273" y="1076671"/>
                  </a:lnTo>
                  <a:lnTo>
                    <a:pt x="2293914" y="1107901"/>
                  </a:lnTo>
                  <a:lnTo>
                    <a:pt x="2333003" y="1133971"/>
                  </a:lnTo>
                  <a:lnTo>
                    <a:pt x="2374979" y="1154651"/>
                  </a:lnTo>
                  <a:lnTo>
                    <a:pt x="2419284" y="1169709"/>
                  </a:lnTo>
                  <a:lnTo>
                    <a:pt x="2465358" y="1178914"/>
                  </a:lnTo>
                  <a:lnTo>
                    <a:pt x="2512643" y="1182033"/>
                  </a:lnTo>
                  <a:lnTo>
                    <a:pt x="2814274" y="1182033"/>
                  </a:lnTo>
                  <a:lnTo>
                    <a:pt x="2814274" y="2600475"/>
                  </a:lnTo>
                  <a:lnTo>
                    <a:pt x="1690367" y="2600475"/>
                  </a:lnTo>
                  <a:lnTo>
                    <a:pt x="1643082" y="2597355"/>
                  </a:lnTo>
                  <a:lnTo>
                    <a:pt x="1597008" y="2588150"/>
                  </a:lnTo>
                  <a:lnTo>
                    <a:pt x="1552703" y="2573091"/>
                  </a:lnTo>
                  <a:lnTo>
                    <a:pt x="1510727" y="2552411"/>
                  </a:lnTo>
                  <a:lnTo>
                    <a:pt x="1471639" y="2526340"/>
                  </a:lnTo>
                  <a:lnTo>
                    <a:pt x="1435998" y="2495110"/>
                  </a:lnTo>
                  <a:lnTo>
                    <a:pt x="1404768" y="2459468"/>
                  </a:lnTo>
                  <a:lnTo>
                    <a:pt x="1378697" y="2420380"/>
                  </a:lnTo>
                  <a:lnTo>
                    <a:pt x="1358017" y="2378403"/>
                  </a:lnTo>
                  <a:lnTo>
                    <a:pt x="1342958" y="2334098"/>
                  </a:lnTo>
                  <a:lnTo>
                    <a:pt x="1333754" y="2288023"/>
                  </a:lnTo>
                  <a:lnTo>
                    <a:pt x="1330635" y="2240738"/>
                  </a:lnTo>
                  <a:lnTo>
                    <a:pt x="1330635" y="1778177"/>
                  </a:lnTo>
                  <a:lnTo>
                    <a:pt x="1327515" y="1730892"/>
                  </a:lnTo>
                  <a:lnTo>
                    <a:pt x="1318310" y="1684817"/>
                  </a:lnTo>
                  <a:lnTo>
                    <a:pt x="1303251" y="1640511"/>
                  </a:lnTo>
                  <a:lnTo>
                    <a:pt x="1282570" y="1598535"/>
                  </a:lnTo>
                  <a:lnTo>
                    <a:pt x="1256499" y="1559446"/>
                  </a:lnTo>
                  <a:lnTo>
                    <a:pt x="1225269" y="1523804"/>
                  </a:lnTo>
                  <a:lnTo>
                    <a:pt x="1189627" y="1492574"/>
                  </a:lnTo>
                  <a:lnTo>
                    <a:pt x="1150538" y="1466503"/>
                  </a:lnTo>
                  <a:lnTo>
                    <a:pt x="1108561" y="1445823"/>
                  </a:lnTo>
                  <a:lnTo>
                    <a:pt x="1064255" y="1430765"/>
                  </a:lnTo>
                  <a:lnTo>
                    <a:pt x="1018180" y="1421560"/>
                  </a:lnTo>
                  <a:lnTo>
                    <a:pt x="970895" y="1418441"/>
                  </a:lnTo>
                  <a:lnTo>
                    <a:pt x="359732" y="1418441"/>
                  </a:lnTo>
                  <a:lnTo>
                    <a:pt x="312447" y="1415322"/>
                  </a:lnTo>
                  <a:lnTo>
                    <a:pt x="266372" y="1406117"/>
                  </a:lnTo>
                  <a:lnTo>
                    <a:pt x="222067" y="1391059"/>
                  </a:lnTo>
                  <a:lnTo>
                    <a:pt x="180091" y="1370379"/>
                  </a:lnTo>
                  <a:lnTo>
                    <a:pt x="141003" y="1344308"/>
                  </a:lnTo>
                  <a:lnTo>
                    <a:pt x="105361" y="1313079"/>
                  </a:lnTo>
                  <a:lnTo>
                    <a:pt x="74131" y="1277437"/>
                  </a:lnTo>
                  <a:lnTo>
                    <a:pt x="48061" y="1238349"/>
                  </a:lnTo>
                  <a:lnTo>
                    <a:pt x="27381" y="1196372"/>
                  </a:lnTo>
                  <a:lnTo>
                    <a:pt x="12323" y="1152067"/>
                  </a:lnTo>
                  <a:lnTo>
                    <a:pt x="3119" y="1105993"/>
                  </a:lnTo>
                  <a:lnTo>
                    <a:pt x="0" y="1058708"/>
                  </a:lnTo>
                  <a:lnTo>
                    <a:pt x="0" y="359736"/>
                  </a:lnTo>
                  <a:lnTo>
                    <a:pt x="3119" y="312451"/>
                  </a:lnTo>
                  <a:lnTo>
                    <a:pt x="12323" y="266376"/>
                  </a:lnTo>
                  <a:lnTo>
                    <a:pt x="27381" y="222071"/>
                  </a:lnTo>
                  <a:lnTo>
                    <a:pt x="48061" y="180095"/>
                  </a:lnTo>
                  <a:lnTo>
                    <a:pt x="74131" y="141006"/>
                  </a:lnTo>
                  <a:lnTo>
                    <a:pt x="105361" y="105364"/>
                  </a:lnTo>
                  <a:lnTo>
                    <a:pt x="141003" y="74134"/>
                  </a:lnTo>
                  <a:lnTo>
                    <a:pt x="180091" y="48064"/>
                  </a:lnTo>
                  <a:lnTo>
                    <a:pt x="222067" y="27383"/>
                  </a:lnTo>
                  <a:lnTo>
                    <a:pt x="266372" y="12324"/>
                  </a:lnTo>
                  <a:lnTo>
                    <a:pt x="312447" y="3119"/>
                  </a:lnTo>
                  <a:lnTo>
                    <a:pt x="359732" y="0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2" name="Google Shape;182;p21"/>
          <p:cNvSpPr/>
          <p:nvPr/>
        </p:nvSpPr>
        <p:spPr>
          <a:xfrm>
            <a:off x="0" y="0"/>
            <a:ext cx="1927860" cy="2903220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83" name="Google Shape;183;p21"/>
          <p:cNvGrpSpPr/>
          <p:nvPr/>
        </p:nvGrpSpPr>
        <p:grpSpPr>
          <a:xfrm>
            <a:off x="0" y="6026162"/>
            <a:ext cx="8122920" cy="4260850"/>
            <a:chOff x="0" y="6026467"/>
            <a:chExt cx="8122920" cy="4260850"/>
          </a:xfrm>
        </p:grpSpPr>
        <p:sp>
          <p:nvSpPr>
            <p:cNvPr id="184" name="Google Shape;184;p21"/>
            <p:cNvSpPr/>
            <p:nvPr/>
          </p:nvSpPr>
          <p:spPr>
            <a:xfrm>
              <a:off x="108968" y="8100915"/>
              <a:ext cx="4463415" cy="2186304"/>
            </a:xfrm>
            <a:custGeom>
              <a:rect b="b" l="l" r="r" t="t"/>
              <a:pathLst>
                <a:path extrusionOk="0" h="2186304" w="4463415">
                  <a:moveTo>
                    <a:pt x="4463184" y="2186084"/>
                  </a:moveTo>
                  <a:lnTo>
                    <a:pt x="2811000" y="2186084"/>
                  </a:lnTo>
                  <a:lnTo>
                    <a:pt x="2788457" y="2143860"/>
                  </a:lnTo>
                  <a:lnTo>
                    <a:pt x="2754466" y="2102404"/>
                  </a:lnTo>
                  <a:lnTo>
                    <a:pt x="2713009" y="2068412"/>
                  </a:lnTo>
                  <a:lnTo>
                    <a:pt x="2666160" y="2043400"/>
                  </a:lnTo>
                  <a:lnTo>
                    <a:pt x="2615347" y="2027959"/>
                  </a:lnTo>
                  <a:lnTo>
                    <a:pt x="2561997" y="2022682"/>
                  </a:lnTo>
                  <a:lnTo>
                    <a:pt x="272191" y="2022682"/>
                  </a:lnTo>
                  <a:lnTo>
                    <a:pt x="223264" y="2018296"/>
                  </a:lnTo>
                  <a:lnTo>
                    <a:pt x="177214" y="2005652"/>
                  </a:lnTo>
                  <a:lnTo>
                    <a:pt x="134810" y="1985518"/>
                  </a:lnTo>
                  <a:lnTo>
                    <a:pt x="96821" y="1958664"/>
                  </a:lnTo>
                  <a:lnTo>
                    <a:pt x="64015" y="1925858"/>
                  </a:lnTo>
                  <a:lnTo>
                    <a:pt x="37161" y="1887868"/>
                  </a:lnTo>
                  <a:lnTo>
                    <a:pt x="17028" y="1845464"/>
                  </a:lnTo>
                  <a:lnTo>
                    <a:pt x="4385" y="1799414"/>
                  </a:lnTo>
                  <a:lnTo>
                    <a:pt x="0" y="1750488"/>
                  </a:lnTo>
                  <a:lnTo>
                    <a:pt x="0" y="272191"/>
                  </a:lnTo>
                  <a:lnTo>
                    <a:pt x="4385" y="223264"/>
                  </a:lnTo>
                  <a:lnTo>
                    <a:pt x="17029" y="177215"/>
                  </a:lnTo>
                  <a:lnTo>
                    <a:pt x="37162" y="134811"/>
                  </a:lnTo>
                  <a:lnTo>
                    <a:pt x="64016" y="96822"/>
                  </a:lnTo>
                  <a:lnTo>
                    <a:pt x="96822" y="64016"/>
                  </a:lnTo>
                  <a:lnTo>
                    <a:pt x="134811" y="37162"/>
                  </a:lnTo>
                  <a:lnTo>
                    <a:pt x="177215" y="17029"/>
                  </a:lnTo>
                  <a:lnTo>
                    <a:pt x="223264" y="4385"/>
                  </a:lnTo>
                  <a:lnTo>
                    <a:pt x="272191" y="0"/>
                  </a:lnTo>
                  <a:lnTo>
                    <a:pt x="1356798" y="0"/>
                  </a:lnTo>
                  <a:lnTo>
                    <a:pt x="1405725" y="4385"/>
                  </a:lnTo>
                  <a:lnTo>
                    <a:pt x="1451774" y="17029"/>
                  </a:lnTo>
                  <a:lnTo>
                    <a:pt x="1494178" y="37162"/>
                  </a:lnTo>
                  <a:lnTo>
                    <a:pt x="1532167" y="64016"/>
                  </a:lnTo>
                  <a:lnTo>
                    <a:pt x="1564973" y="96822"/>
                  </a:lnTo>
                  <a:lnTo>
                    <a:pt x="1591827" y="134811"/>
                  </a:lnTo>
                  <a:lnTo>
                    <a:pt x="1611960" y="177215"/>
                  </a:lnTo>
                  <a:lnTo>
                    <a:pt x="1624604" y="223264"/>
                  </a:lnTo>
                  <a:lnTo>
                    <a:pt x="1628989" y="272191"/>
                  </a:lnTo>
                  <a:lnTo>
                    <a:pt x="1628989" y="677230"/>
                  </a:lnTo>
                  <a:lnTo>
                    <a:pt x="1633375" y="726156"/>
                  </a:lnTo>
                  <a:lnTo>
                    <a:pt x="1646018" y="772206"/>
                  </a:lnTo>
                  <a:lnTo>
                    <a:pt x="1666152" y="814610"/>
                  </a:lnTo>
                  <a:lnTo>
                    <a:pt x="1693005" y="852599"/>
                  </a:lnTo>
                  <a:lnTo>
                    <a:pt x="1725811" y="885405"/>
                  </a:lnTo>
                  <a:lnTo>
                    <a:pt x="1763801" y="912259"/>
                  </a:lnTo>
                  <a:lnTo>
                    <a:pt x="1806204" y="932392"/>
                  </a:lnTo>
                  <a:lnTo>
                    <a:pt x="1852254" y="945035"/>
                  </a:lnTo>
                  <a:lnTo>
                    <a:pt x="1901181" y="949421"/>
                  </a:lnTo>
                  <a:lnTo>
                    <a:pt x="3184170" y="949421"/>
                  </a:lnTo>
                  <a:lnTo>
                    <a:pt x="3237520" y="954699"/>
                  </a:lnTo>
                  <a:lnTo>
                    <a:pt x="3288333" y="970140"/>
                  </a:lnTo>
                  <a:lnTo>
                    <a:pt x="3335182" y="995153"/>
                  </a:lnTo>
                  <a:lnTo>
                    <a:pt x="3376639" y="1029145"/>
                  </a:lnTo>
                  <a:lnTo>
                    <a:pt x="3410630" y="1070602"/>
                  </a:lnTo>
                  <a:lnTo>
                    <a:pt x="3435642" y="1117451"/>
                  </a:lnTo>
                  <a:lnTo>
                    <a:pt x="3451083" y="1168264"/>
                  </a:lnTo>
                  <a:lnTo>
                    <a:pt x="3456361" y="1221615"/>
                  </a:lnTo>
                  <a:lnTo>
                    <a:pt x="3456361" y="1571610"/>
                  </a:lnTo>
                  <a:lnTo>
                    <a:pt x="3461639" y="1624961"/>
                  </a:lnTo>
                  <a:lnTo>
                    <a:pt x="3477080" y="1675775"/>
                  </a:lnTo>
                  <a:lnTo>
                    <a:pt x="3502093" y="1722624"/>
                  </a:lnTo>
                  <a:lnTo>
                    <a:pt x="3536085" y="1764082"/>
                  </a:lnTo>
                  <a:lnTo>
                    <a:pt x="3577543" y="1798074"/>
                  </a:lnTo>
                  <a:lnTo>
                    <a:pt x="3624392" y="1823086"/>
                  </a:lnTo>
                  <a:lnTo>
                    <a:pt x="3675206" y="1838526"/>
                  </a:lnTo>
                  <a:lnTo>
                    <a:pt x="3728557" y="1843804"/>
                  </a:lnTo>
                  <a:lnTo>
                    <a:pt x="4190993" y="1843804"/>
                  </a:lnTo>
                  <a:lnTo>
                    <a:pt x="4244342" y="1849082"/>
                  </a:lnTo>
                  <a:lnTo>
                    <a:pt x="4295156" y="1864523"/>
                  </a:lnTo>
                  <a:lnTo>
                    <a:pt x="4342004" y="1889535"/>
                  </a:lnTo>
                  <a:lnTo>
                    <a:pt x="4383461" y="1923526"/>
                  </a:lnTo>
                  <a:lnTo>
                    <a:pt x="4417453" y="1964983"/>
                  </a:lnTo>
                  <a:lnTo>
                    <a:pt x="4442465" y="2011832"/>
                  </a:lnTo>
                  <a:lnTo>
                    <a:pt x="4457905" y="2062645"/>
                  </a:lnTo>
                  <a:lnTo>
                    <a:pt x="4463184" y="2115995"/>
                  </a:lnTo>
                  <a:lnTo>
                    <a:pt x="4463184" y="2186084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0" y="6026467"/>
              <a:ext cx="8122920" cy="4260850"/>
            </a:xfrm>
            <a:custGeom>
              <a:rect b="b" l="l" r="r" t="t"/>
              <a:pathLst>
                <a:path extrusionOk="0" h="4260850" w="8122920">
                  <a:moveTo>
                    <a:pt x="3500120" y="2115985"/>
                  </a:moveTo>
                  <a:lnTo>
                    <a:pt x="3494849" y="2062645"/>
                  </a:lnTo>
                  <a:lnTo>
                    <a:pt x="3479406" y="2011832"/>
                  </a:lnTo>
                  <a:lnTo>
                    <a:pt x="3454400" y="1964982"/>
                  </a:lnTo>
                  <a:lnTo>
                    <a:pt x="3420402" y="1923516"/>
                  </a:lnTo>
                  <a:lnTo>
                    <a:pt x="3378949" y="1889531"/>
                  </a:lnTo>
                  <a:lnTo>
                    <a:pt x="3332099" y="1864512"/>
                  </a:lnTo>
                  <a:lnTo>
                    <a:pt x="3281286" y="1849081"/>
                  </a:lnTo>
                  <a:lnTo>
                    <a:pt x="3227933" y="1843798"/>
                  </a:lnTo>
                  <a:lnTo>
                    <a:pt x="2765501" y="1843798"/>
                  </a:lnTo>
                  <a:lnTo>
                    <a:pt x="2712148" y="1838515"/>
                  </a:lnTo>
                  <a:lnTo>
                    <a:pt x="2661335" y="1823085"/>
                  </a:lnTo>
                  <a:lnTo>
                    <a:pt x="2614485" y="1798066"/>
                  </a:lnTo>
                  <a:lnTo>
                    <a:pt x="2573020" y="1764080"/>
                  </a:lnTo>
                  <a:lnTo>
                    <a:pt x="2539034" y="1722615"/>
                  </a:lnTo>
                  <a:lnTo>
                    <a:pt x="2514015" y="1675765"/>
                  </a:lnTo>
                  <a:lnTo>
                    <a:pt x="2498585" y="1624952"/>
                  </a:lnTo>
                  <a:lnTo>
                    <a:pt x="2493302" y="1571599"/>
                  </a:lnTo>
                  <a:lnTo>
                    <a:pt x="2493302" y="1221613"/>
                  </a:lnTo>
                  <a:lnTo>
                    <a:pt x="2488019" y="1168260"/>
                  </a:lnTo>
                  <a:lnTo>
                    <a:pt x="2472588" y="1117447"/>
                  </a:lnTo>
                  <a:lnTo>
                    <a:pt x="2447569" y="1070597"/>
                  </a:lnTo>
                  <a:lnTo>
                    <a:pt x="2413584" y="1029144"/>
                  </a:lnTo>
                  <a:lnTo>
                    <a:pt x="2372118" y="995146"/>
                  </a:lnTo>
                  <a:lnTo>
                    <a:pt x="2325268" y="970140"/>
                  </a:lnTo>
                  <a:lnTo>
                    <a:pt x="2274455" y="954697"/>
                  </a:lnTo>
                  <a:lnTo>
                    <a:pt x="2221115" y="949413"/>
                  </a:lnTo>
                  <a:lnTo>
                    <a:pt x="938123" y="949413"/>
                  </a:lnTo>
                  <a:lnTo>
                    <a:pt x="889190" y="945032"/>
                  </a:lnTo>
                  <a:lnTo>
                    <a:pt x="843140" y="932383"/>
                  </a:lnTo>
                  <a:lnTo>
                    <a:pt x="800747" y="912253"/>
                  </a:lnTo>
                  <a:lnTo>
                    <a:pt x="762749" y="885405"/>
                  </a:lnTo>
                  <a:lnTo>
                    <a:pt x="729945" y="852589"/>
                  </a:lnTo>
                  <a:lnTo>
                    <a:pt x="703097" y="814603"/>
                  </a:lnTo>
                  <a:lnTo>
                    <a:pt x="682955" y="772198"/>
                  </a:lnTo>
                  <a:lnTo>
                    <a:pt x="670318" y="726147"/>
                  </a:lnTo>
                  <a:lnTo>
                    <a:pt x="665924" y="677227"/>
                  </a:lnTo>
                  <a:lnTo>
                    <a:pt x="665924" y="272186"/>
                  </a:lnTo>
                  <a:lnTo>
                    <a:pt x="661543" y="223253"/>
                  </a:lnTo>
                  <a:lnTo>
                    <a:pt x="648906" y="177215"/>
                  </a:lnTo>
                  <a:lnTo>
                    <a:pt x="628764" y="134810"/>
                  </a:lnTo>
                  <a:lnTo>
                    <a:pt x="601916" y="96812"/>
                  </a:lnTo>
                  <a:lnTo>
                    <a:pt x="569112" y="64008"/>
                  </a:lnTo>
                  <a:lnTo>
                    <a:pt x="531114" y="37160"/>
                  </a:lnTo>
                  <a:lnTo>
                    <a:pt x="488721" y="17030"/>
                  </a:lnTo>
                  <a:lnTo>
                    <a:pt x="442671" y="4381"/>
                  </a:lnTo>
                  <a:lnTo>
                    <a:pt x="393738" y="0"/>
                  </a:lnTo>
                  <a:lnTo>
                    <a:pt x="0" y="0"/>
                  </a:lnTo>
                  <a:lnTo>
                    <a:pt x="0" y="2022678"/>
                  </a:lnTo>
                  <a:lnTo>
                    <a:pt x="1598942" y="2022678"/>
                  </a:lnTo>
                  <a:lnTo>
                    <a:pt x="1652282" y="2027948"/>
                  </a:lnTo>
                  <a:lnTo>
                    <a:pt x="1703095" y="2043391"/>
                  </a:lnTo>
                  <a:lnTo>
                    <a:pt x="1749945" y="2068410"/>
                  </a:lnTo>
                  <a:lnTo>
                    <a:pt x="1791411" y="2102396"/>
                  </a:lnTo>
                  <a:lnTo>
                    <a:pt x="1825396" y="2143861"/>
                  </a:lnTo>
                  <a:lnTo>
                    <a:pt x="1850415" y="2190699"/>
                  </a:lnTo>
                  <a:lnTo>
                    <a:pt x="1865845" y="2241512"/>
                  </a:lnTo>
                  <a:lnTo>
                    <a:pt x="1871129" y="2294864"/>
                  </a:lnTo>
                  <a:lnTo>
                    <a:pt x="1871129" y="2644864"/>
                  </a:lnTo>
                  <a:lnTo>
                    <a:pt x="1875510" y="2693797"/>
                  </a:lnTo>
                  <a:lnTo>
                    <a:pt x="1888159" y="2739847"/>
                  </a:lnTo>
                  <a:lnTo>
                    <a:pt x="1908289" y="2782252"/>
                  </a:lnTo>
                  <a:lnTo>
                    <a:pt x="1935149" y="2820238"/>
                  </a:lnTo>
                  <a:lnTo>
                    <a:pt x="1967953" y="2853042"/>
                  </a:lnTo>
                  <a:lnTo>
                    <a:pt x="2005939" y="2879902"/>
                  </a:lnTo>
                  <a:lnTo>
                    <a:pt x="2048344" y="2900032"/>
                  </a:lnTo>
                  <a:lnTo>
                    <a:pt x="2094395" y="2912668"/>
                  </a:lnTo>
                  <a:lnTo>
                    <a:pt x="2143328" y="2917063"/>
                  </a:lnTo>
                  <a:lnTo>
                    <a:pt x="3227933" y="2917063"/>
                  </a:lnTo>
                  <a:lnTo>
                    <a:pt x="3281286" y="2911779"/>
                  </a:lnTo>
                  <a:lnTo>
                    <a:pt x="3332099" y="2896336"/>
                  </a:lnTo>
                  <a:lnTo>
                    <a:pt x="3378949" y="2871330"/>
                  </a:lnTo>
                  <a:lnTo>
                    <a:pt x="3420402" y="2837332"/>
                  </a:lnTo>
                  <a:lnTo>
                    <a:pt x="3454400" y="2795879"/>
                  </a:lnTo>
                  <a:lnTo>
                    <a:pt x="3479406" y="2749029"/>
                  </a:lnTo>
                  <a:lnTo>
                    <a:pt x="3494849" y="2698216"/>
                  </a:lnTo>
                  <a:lnTo>
                    <a:pt x="3500120" y="2644864"/>
                  </a:lnTo>
                  <a:lnTo>
                    <a:pt x="3500120" y="2115985"/>
                  </a:lnTo>
                  <a:close/>
                </a:path>
                <a:path extrusionOk="0" h="4260850" w="8122920">
                  <a:moveTo>
                    <a:pt x="8122361" y="3911562"/>
                  </a:moveTo>
                  <a:lnTo>
                    <a:pt x="8117980" y="3862628"/>
                  </a:lnTo>
                  <a:lnTo>
                    <a:pt x="8105330" y="3816578"/>
                  </a:lnTo>
                  <a:lnTo>
                    <a:pt x="8085201" y="3774173"/>
                  </a:lnTo>
                  <a:lnTo>
                    <a:pt x="8058353" y="3736187"/>
                  </a:lnTo>
                  <a:lnTo>
                    <a:pt x="8025549" y="3703383"/>
                  </a:lnTo>
                  <a:lnTo>
                    <a:pt x="7987551" y="3676523"/>
                  </a:lnTo>
                  <a:lnTo>
                    <a:pt x="7945145" y="3656393"/>
                  </a:lnTo>
                  <a:lnTo>
                    <a:pt x="7899095" y="3643744"/>
                  </a:lnTo>
                  <a:lnTo>
                    <a:pt x="7850175" y="3639362"/>
                  </a:lnTo>
                  <a:lnTo>
                    <a:pt x="5560365" y="3639362"/>
                  </a:lnTo>
                  <a:lnTo>
                    <a:pt x="5507012" y="3634079"/>
                  </a:lnTo>
                  <a:lnTo>
                    <a:pt x="5456199" y="3618649"/>
                  </a:lnTo>
                  <a:lnTo>
                    <a:pt x="5409362" y="3593630"/>
                  </a:lnTo>
                  <a:lnTo>
                    <a:pt x="5367896" y="3559645"/>
                  </a:lnTo>
                  <a:lnTo>
                    <a:pt x="5333911" y="3518179"/>
                  </a:lnTo>
                  <a:lnTo>
                    <a:pt x="5308892" y="3471329"/>
                  </a:lnTo>
                  <a:lnTo>
                    <a:pt x="5293449" y="3420516"/>
                  </a:lnTo>
                  <a:lnTo>
                    <a:pt x="5288178" y="3367176"/>
                  </a:lnTo>
                  <a:lnTo>
                    <a:pt x="5288178" y="3017177"/>
                  </a:lnTo>
                  <a:lnTo>
                    <a:pt x="5283797" y="2968244"/>
                  </a:lnTo>
                  <a:lnTo>
                    <a:pt x="5271147" y="2922193"/>
                  </a:lnTo>
                  <a:lnTo>
                    <a:pt x="5251018" y="2879788"/>
                  </a:lnTo>
                  <a:lnTo>
                    <a:pt x="5224157" y="2841802"/>
                  </a:lnTo>
                  <a:lnTo>
                    <a:pt x="5191353" y="2808998"/>
                  </a:lnTo>
                  <a:lnTo>
                    <a:pt x="5153368" y="2782138"/>
                  </a:lnTo>
                  <a:lnTo>
                    <a:pt x="5110962" y="2762008"/>
                  </a:lnTo>
                  <a:lnTo>
                    <a:pt x="5064912" y="2749359"/>
                  </a:lnTo>
                  <a:lnTo>
                    <a:pt x="5015979" y="2744978"/>
                  </a:lnTo>
                  <a:lnTo>
                    <a:pt x="3931374" y="2744978"/>
                  </a:lnTo>
                  <a:lnTo>
                    <a:pt x="3878021" y="2750261"/>
                  </a:lnTo>
                  <a:lnTo>
                    <a:pt x="3827208" y="2765704"/>
                  </a:lnTo>
                  <a:lnTo>
                    <a:pt x="3780358" y="2790710"/>
                  </a:lnTo>
                  <a:lnTo>
                    <a:pt x="3738905" y="2824708"/>
                  </a:lnTo>
                  <a:lnTo>
                    <a:pt x="3704907" y="2866161"/>
                  </a:lnTo>
                  <a:lnTo>
                    <a:pt x="3679901" y="2913011"/>
                  </a:lnTo>
                  <a:lnTo>
                    <a:pt x="3664458" y="2963824"/>
                  </a:lnTo>
                  <a:lnTo>
                    <a:pt x="3659187" y="3017177"/>
                  </a:lnTo>
                  <a:lnTo>
                    <a:pt x="3659187" y="3546043"/>
                  </a:lnTo>
                  <a:lnTo>
                    <a:pt x="3664458" y="3599396"/>
                  </a:lnTo>
                  <a:lnTo>
                    <a:pt x="3679901" y="3650208"/>
                  </a:lnTo>
                  <a:lnTo>
                    <a:pt x="3704907" y="3697059"/>
                  </a:lnTo>
                  <a:lnTo>
                    <a:pt x="3738905" y="3738511"/>
                  </a:lnTo>
                  <a:lnTo>
                    <a:pt x="3780358" y="3772509"/>
                  </a:lnTo>
                  <a:lnTo>
                    <a:pt x="3827208" y="3797516"/>
                  </a:lnTo>
                  <a:lnTo>
                    <a:pt x="3878021" y="3812959"/>
                  </a:lnTo>
                  <a:lnTo>
                    <a:pt x="3931374" y="3818242"/>
                  </a:lnTo>
                  <a:lnTo>
                    <a:pt x="4393806" y="3818242"/>
                  </a:lnTo>
                  <a:lnTo>
                    <a:pt x="4447159" y="3823512"/>
                  </a:lnTo>
                  <a:lnTo>
                    <a:pt x="4497971" y="3838956"/>
                  </a:lnTo>
                  <a:lnTo>
                    <a:pt x="4544822" y="3863975"/>
                  </a:lnTo>
                  <a:lnTo>
                    <a:pt x="4586275" y="3897960"/>
                  </a:lnTo>
                  <a:lnTo>
                    <a:pt x="4620272" y="3939413"/>
                  </a:lnTo>
                  <a:lnTo>
                    <a:pt x="4645279" y="3986263"/>
                  </a:lnTo>
                  <a:lnTo>
                    <a:pt x="4660722" y="4037088"/>
                  </a:lnTo>
                  <a:lnTo>
                    <a:pt x="4666005" y="4090428"/>
                  </a:lnTo>
                  <a:lnTo>
                    <a:pt x="4666005" y="4260532"/>
                  </a:lnTo>
                  <a:lnTo>
                    <a:pt x="8122361" y="4260532"/>
                  </a:lnTo>
                  <a:lnTo>
                    <a:pt x="8122361" y="3911562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descr="0e3745d5-1c69-4e3a-98a5-92ee00ca2a12.jp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2625" y="32250"/>
            <a:ext cx="2971799" cy="164306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/>
          <p:nvPr/>
        </p:nvSpPr>
        <p:spPr>
          <a:xfrm>
            <a:off x="12150550" y="2364488"/>
            <a:ext cx="2971800" cy="952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Roboto Mono SemiBold"/>
                <a:ea typeface="Roboto Mono SemiBold"/>
                <a:cs typeface="Roboto Mono SemiBold"/>
                <a:sym typeface="Roboto Mono SemiBold"/>
              </a:rPr>
              <a:t> Resources </a:t>
            </a:r>
            <a:endParaRPr sz="3400"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11282800" y="3317300"/>
            <a:ext cx="5715000" cy="6736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Backend: Python (FastAPI), PostgreSQL (NeonDB), AES-256 encryption</a:t>
            </a:r>
            <a:br>
              <a:rPr lang="en-US" sz="2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</a:br>
            <a:endParaRPr sz="23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CLI: Typer + Rich (published on PyPI as onekey-cli)</a:t>
            </a:r>
            <a:br>
              <a:rPr lang="en-US" sz="2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</a:br>
            <a:endParaRPr sz="23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Frontend: Vanilla JS, HTML, CSS</a:t>
            </a:r>
            <a:br>
              <a:rPr lang="en-US" sz="2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</a:br>
            <a:endParaRPr sz="23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Authentication: JWT + OAuth (GitHub / GitLab), Argon2 hashing</a:t>
            </a:r>
            <a:br>
              <a:rPr lang="en-US" sz="2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</a:br>
            <a:endParaRPr sz="23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Deployment: Docker + Render</a:t>
            </a:r>
            <a:br>
              <a:rPr lang="en-US" sz="2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</a:br>
            <a:endParaRPr sz="23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AI Provider APIs: OpenAI, Anthropic, Groq, Gemini, and more</a:t>
            </a:r>
            <a:endParaRPr sz="23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5007513" y="2303838"/>
            <a:ext cx="3183600" cy="107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Roboto Mono SemiBold"/>
                <a:ea typeface="Roboto Mono SemiBold"/>
                <a:cs typeface="Roboto Mono SemiBold"/>
                <a:sym typeface="Roboto Mono SemiBold"/>
              </a:rPr>
              <a:t>Scalability </a:t>
            </a:r>
            <a:endParaRPr sz="3300"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2580400" y="3548300"/>
            <a:ext cx="8334300" cy="561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200">
                <a:latin typeface="Lexend Medium"/>
                <a:ea typeface="Lexend Medium"/>
                <a:cs typeface="Lexend Medium"/>
                <a:sym typeface="Lexend Medium"/>
              </a:rPr>
              <a:t>The architecture is inherently scalable: new AI providers (OpenAI, Anthropic, Groq, Gemini, etc.) can be added without modifying the core proxy system.</a:t>
            </a:r>
            <a:endParaRPr sz="22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200">
                <a:latin typeface="Lexend Medium"/>
                <a:ea typeface="Lexend Medium"/>
                <a:cs typeface="Lexend Medium"/>
                <a:sym typeface="Lexend Medium"/>
              </a:rPr>
              <a:t>Unified routing and normalized responses allow seamless provider switching without changing client code.</a:t>
            </a:r>
            <a:endParaRPr sz="22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200">
                <a:latin typeface="Lexend Medium"/>
                <a:ea typeface="Lexend Medium"/>
                <a:cs typeface="Lexend Medium"/>
                <a:sym typeface="Lexend Medium"/>
              </a:rPr>
              <a:t>Built with FastAPI + PostgreSQL (NeonDB), enabling high concurrency, efficient request handling, and production-ready deployment (Docker + Render).</a:t>
            </a:r>
            <a:endParaRPr sz="22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200">
                <a:latin typeface="Lexend Medium"/>
                <a:ea typeface="Lexend Medium"/>
                <a:cs typeface="Lexend Medium"/>
                <a:sym typeface="Lexend Medium"/>
              </a:rPr>
              <a:t>Designed to scale from solo developers to startups and enterprise teams managing hundreds of API keys.</a:t>
            </a:r>
            <a:endParaRPr sz="22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5797600" y="769863"/>
            <a:ext cx="7650300" cy="1363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FEASIBILITY / METHODOLOGY</a:t>
            </a:r>
            <a:r>
              <a:rPr b="1" lang="en-US" sz="8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1" sz="8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16495377" y="7120455"/>
            <a:ext cx="1793240" cy="3166745"/>
          </a:xfrm>
          <a:custGeom>
            <a:rect b="b" l="l" r="r" t="t"/>
            <a:pathLst>
              <a:path extrusionOk="0" h="3166745" w="1793240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97" name="Google Shape;197;p22"/>
          <p:cNvGrpSpPr/>
          <p:nvPr/>
        </p:nvGrpSpPr>
        <p:grpSpPr>
          <a:xfrm>
            <a:off x="13969984" y="0"/>
            <a:ext cx="4318634" cy="3743952"/>
            <a:chOff x="13969984" y="0"/>
            <a:chExt cx="4318634" cy="3743952"/>
          </a:xfrm>
        </p:grpSpPr>
        <p:sp>
          <p:nvSpPr>
            <p:cNvPr id="198" name="Google Shape;198;p22"/>
            <p:cNvSpPr/>
            <p:nvPr/>
          </p:nvSpPr>
          <p:spPr>
            <a:xfrm>
              <a:off x="13969984" y="0"/>
              <a:ext cx="4318634" cy="2190750"/>
            </a:xfrm>
            <a:custGeom>
              <a:rect b="b" l="l" r="r" t="t"/>
              <a:pathLst>
                <a:path extrusionOk="0" h="2190750" w="4318634">
                  <a:moveTo>
                    <a:pt x="4318016" y="2190346"/>
                  </a:moveTo>
                  <a:lnTo>
                    <a:pt x="4105453" y="2190346"/>
                  </a:lnTo>
                  <a:lnTo>
                    <a:pt x="4056639" y="2187062"/>
                  </a:lnTo>
                  <a:lnTo>
                    <a:pt x="4009821" y="2177496"/>
                  </a:lnTo>
                  <a:lnTo>
                    <a:pt x="3965427" y="2162076"/>
                  </a:lnTo>
                  <a:lnTo>
                    <a:pt x="3923887" y="2141232"/>
                  </a:lnTo>
                  <a:lnTo>
                    <a:pt x="3885628" y="2115391"/>
                  </a:lnTo>
                  <a:lnTo>
                    <a:pt x="3851080" y="2084982"/>
                  </a:lnTo>
                  <a:lnTo>
                    <a:pt x="3820672" y="2050434"/>
                  </a:lnTo>
                  <a:lnTo>
                    <a:pt x="3794831" y="2012176"/>
                  </a:lnTo>
                  <a:lnTo>
                    <a:pt x="3773986" y="1970635"/>
                  </a:lnTo>
                  <a:lnTo>
                    <a:pt x="3758566" y="1926242"/>
                  </a:lnTo>
                  <a:lnTo>
                    <a:pt x="3749000" y="1879424"/>
                  </a:lnTo>
                  <a:lnTo>
                    <a:pt x="3745716" y="1830610"/>
                  </a:lnTo>
                  <a:lnTo>
                    <a:pt x="3745716" y="1368045"/>
                  </a:lnTo>
                  <a:lnTo>
                    <a:pt x="3742597" y="1320760"/>
                  </a:lnTo>
                  <a:lnTo>
                    <a:pt x="3733393" y="1274686"/>
                  </a:lnTo>
                  <a:lnTo>
                    <a:pt x="3718334" y="1230381"/>
                  </a:lnTo>
                  <a:lnTo>
                    <a:pt x="3697654" y="1188405"/>
                  </a:lnTo>
                  <a:lnTo>
                    <a:pt x="3671583" y="1149316"/>
                  </a:lnTo>
                  <a:lnTo>
                    <a:pt x="3640353" y="1113675"/>
                  </a:lnTo>
                  <a:lnTo>
                    <a:pt x="3604712" y="1082445"/>
                  </a:lnTo>
                  <a:lnTo>
                    <a:pt x="3565624" y="1056375"/>
                  </a:lnTo>
                  <a:lnTo>
                    <a:pt x="3523648" y="1035695"/>
                  </a:lnTo>
                  <a:lnTo>
                    <a:pt x="3479343" y="1020636"/>
                  </a:lnTo>
                  <a:lnTo>
                    <a:pt x="3433268" y="1011432"/>
                  </a:lnTo>
                  <a:lnTo>
                    <a:pt x="3385984" y="1008312"/>
                  </a:lnTo>
                  <a:lnTo>
                    <a:pt x="359732" y="1008312"/>
                  </a:lnTo>
                  <a:lnTo>
                    <a:pt x="310919" y="1005028"/>
                  </a:lnTo>
                  <a:lnTo>
                    <a:pt x="264101" y="995461"/>
                  </a:lnTo>
                  <a:lnTo>
                    <a:pt x="219708" y="980041"/>
                  </a:lnTo>
                  <a:lnTo>
                    <a:pt x="178168" y="959197"/>
                  </a:lnTo>
                  <a:lnTo>
                    <a:pt x="139910" y="933355"/>
                  </a:lnTo>
                  <a:lnTo>
                    <a:pt x="105363" y="902947"/>
                  </a:lnTo>
                  <a:lnTo>
                    <a:pt x="74954" y="868399"/>
                  </a:lnTo>
                  <a:lnTo>
                    <a:pt x="49114" y="830141"/>
                  </a:lnTo>
                  <a:lnTo>
                    <a:pt x="28269" y="788601"/>
                  </a:lnTo>
                  <a:lnTo>
                    <a:pt x="12850" y="744207"/>
                  </a:lnTo>
                  <a:lnTo>
                    <a:pt x="3284" y="697390"/>
                  </a:lnTo>
                  <a:lnTo>
                    <a:pt x="0" y="648576"/>
                  </a:lnTo>
                  <a:lnTo>
                    <a:pt x="0" y="0"/>
                  </a:lnTo>
                  <a:lnTo>
                    <a:pt x="4318016" y="0"/>
                  </a:lnTo>
                  <a:lnTo>
                    <a:pt x="4318016" y="2190346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" name="Google Shape;199;p22"/>
            <p:cNvSpPr/>
            <p:nvPr/>
          </p:nvSpPr>
          <p:spPr>
            <a:xfrm>
              <a:off x="15473726" y="1142992"/>
              <a:ext cx="2814319" cy="2600960"/>
            </a:xfrm>
            <a:custGeom>
              <a:rect b="b" l="l" r="r" t="t"/>
              <a:pathLst>
                <a:path extrusionOk="0" h="2600960" w="2814319">
                  <a:moveTo>
                    <a:pt x="359732" y="0"/>
                  </a:moveTo>
                  <a:lnTo>
                    <a:pt x="1793173" y="0"/>
                  </a:lnTo>
                  <a:lnTo>
                    <a:pt x="1841988" y="3283"/>
                  </a:lnTo>
                  <a:lnTo>
                    <a:pt x="1888806" y="12850"/>
                  </a:lnTo>
                  <a:lnTo>
                    <a:pt x="1933199" y="28269"/>
                  </a:lnTo>
                  <a:lnTo>
                    <a:pt x="1974740" y="49114"/>
                  </a:lnTo>
                  <a:lnTo>
                    <a:pt x="2012998" y="74955"/>
                  </a:lnTo>
                  <a:lnTo>
                    <a:pt x="2047546" y="105364"/>
                  </a:lnTo>
                  <a:lnTo>
                    <a:pt x="2077955" y="139912"/>
                  </a:lnTo>
                  <a:lnTo>
                    <a:pt x="2103796" y="178170"/>
                  </a:lnTo>
                  <a:lnTo>
                    <a:pt x="2124640" y="219710"/>
                  </a:lnTo>
                  <a:lnTo>
                    <a:pt x="2140060" y="264104"/>
                  </a:lnTo>
                  <a:lnTo>
                    <a:pt x="2149626" y="310922"/>
                  </a:lnTo>
                  <a:lnTo>
                    <a:pt x="2152910" y="359736"/>
                  </a:lnTo>
                  <a:lnTo>
                    <a:pt x="2152910" y="822300"/>
                  </a:lnTo>
                  <a:lnTo>
                    <a:pt x="2156029" y="869585"/>
                  </a:lnTo>
                  <a:lnTo>
                    <a:pt x="2165234" y="915660"/>
                  </a:lnTo>
                  <a:lnTo>
                    <a:pt x="2180292" y="959965"/>
                  </a:lnTo>
                  <a:lnTo>
                    <a:pt x="2200972" y="1001941"/>
                  </a:lnTo>
                  <a:lnTo>
                    <a:pt x="2227043" y="1041030"/>
                  </a:lnTo>
                  <a:lnTo>
                    <a:pt x="2258273" y="1076671"/>
                  </a:lnTo>
                  <a:lnTo>
                    <a:pt x="2293914" y="1107901"/>
                  </a:lnTo>
                  <a:lnTo>
                    <a:pt x="2333003" y="1133971"/>
                  </a:lnTo>
                  <a:lnTo>
                    <a:pt x="2374979" y="1154651"/>
                  </a:lnTo>
                  <a:lnTo>
                    <a:pt x="2419284" y="1169709"/>
                  </a:lnTo>
                  <a:lnTo>
                    <a:pt x="2465358" y="1178914"/>
                  </a:lnTo>
                  <a:lnTo>
                    <a:pt x="2512643" y="1182033"/>
                  </a:lnTo>
                  <a:lnTo>
                    <a:pt x="2814274" y="1182033"/>
                  </a:lnTo>
                  <a:lnTo>
                    <a:pt x="2814274" y="2600475"/>
                  </a:lnTo>
                  <a:lnTo>
                    <a:pt x="1690367" y="2600475"/>
                  </a:lnTo>
                  <a:lnTo>
                    <a:pt x="1643082" y="2597355"/>
                  </a:lnTo>
                  <a:lnTo>
                    <a:pt x="1597008" y="2588150"/>
                  </a:lnTo>
                  <a:lnTo>
                    <a:pt x="1552703" y="2573091"/>
                  </a:lnTo>
                  <a:lnTo>
                    <a:pt x="1510727" y="2552411"/>
                  </a:lnTo>
                  <a:lnTo>
                    <a:pt x="1471639" y="2526340"/>
                  </a:lnTo>
                  <a:lnTo>
                    <a:pt x="1435998" y="2495110"/>
                  </a:lnTo>
                  <a:lnTo>
                    <a:pt x="1404768" y="2459468"/>
                  </a:lnTo>
                  <a:lnTo>
                    <a:pt x="1378697" y="2420380"/>
                  </a:lnTo>
                  <a:lnTo>
                    <a:pt x="1358017" y="2378403"/>
                  </a:lnTo>
                  <a:lnTo>
                    <a:pt x="1342958" y="2334098"/>
                  </a:lnTo>
                  <a:lnTo>
                    <a:pt x="1333754" y="2288023"/>
                  </a:lnTo>
                  <a:lnTo>
                    <a:pt x="1330635" y="2240738"/>
                  </a:lnTo>
                  <a:lnTo>
                    <a:pt x="1330635" y="1778177"/>
                  </a:lnTo>
                  <a:lnTo>
                    <a:pt x="1327515" y="1730892"/>
                  </a:lnTo>
                  <a:lnTo>
                    <a:pt x="1318310" y="1684817"/>
                  </a:lnTo>
                  <a:lnTo>
                    <a:pt x="1303251" y="1640511"/>
                  </a:lnTo>
                  <a:lnTo>
                    <a:pt x="1282570" y="1598535"/>
                  </a:lnTo>
                  <a:lnTo>
                    <a:pt x="1256499" y="1559446"/>
                  </a:lnTo>
                  <a:lnTo>
                    <a:pt x="1225269" y="1523804"/>
                  </a:lnTo>
                  <a:lnTo>
                    <a:pt x="1189627" y="1492574"/>
                  </a:lnTo>
                  <a:lnTo>
                    <a:pt x="1150538" y="1466503"/>
                  </a:lnTo>
                  <a:lnTo>
                    <a:pt x="1108561" y="1445823"/>
                  </a:lnTo>
                  <a:lnTo>
                    <a:pt x="1064255" y="1430765"/>
                  </a:lnTo>
                  <a:lnTo>
                    <a:pt x="1018180" y="1421560"/>
                  </a:lnTo>
                  <a:lnTo>
                    <a:pt x="970895" y="1418441"/>
                  </a:lnTo>
                  <a:lnTo>
                    <a:pt x="359732" y="1418441"/>
                  </a:lnTo>
                  <a:lnTo>
                    <a:pt x="312447" y="1415322"/>
                  </a:lnTo>
                  <a:lnTo>
                    <a:pt x="266372" y="1406117"/>
                  </a:lnTo>
                  <a:lnTo>
                    <a:pt x="222067" y="1391059"/>
                  </a:lnTo>
                  <a:lnTo>
                    <a:pt x="180091" y="1370379"/>
                  </a:lnTo>
                  <a:lnTo>
                    <a:pt x="141003" y="1344308"/>
                  </a:lnTo>
                  <a:lnTo>
                    <a:pt x="105361" y="1313079"/>
                  </a:lnTo>
                  <a:lnTo>
                    <a:pt x="74131" y="1277437"/>
                  </a:lnTo>
                  <a:lnTo>
                    <a:pt x="48061" y="1238349"/>
                  </a:lnTo>
                  <a:lnTo>
                    <a:pt x="27381" y="1196372"/>
                  </a:lnTo>
                  <a:lnTo>
                    <a:pt x="12323" y="1152067"/>
                  </a:lnTo>
                  <a:lnTo>
                    <a:pt x="3119" y="1105993"/>
                  </a:lnTo>
                  <a:lnTo>
                    <a:pt x="0" y="1058708"/>
                  </a:lnTo>
                  <a:lnTo>
                    <a:pt x="0" y="359736"/>
                  </a:lnTo>
                  <a:lnTo>
                    <a:pt x="3119" y="312451"/>
                  </a:lnTo>
                  <a:lnTo>
                    <a:pt x="12323" y="266376"/>
                  </a:lnTo>
                  <a:lnTo>
                    <a:pt x="27381" y="222071"/>
                  </a:lnTo>
                  <a:lnTo>
                    <a:pt x="48061" y="180095"/>
                  </a:lnTo>
                  <a:lnTo>
                    <a:pt x="74131" y="141006"/>
                  </a:lnTo>
                  <a:lnTo>
                    <a:pt x="105361" y="105364"/>
                  </a:lnTo>
                  <a:lnTo>
                    <a:pt x="141003" y="74134"/>
                  </a:lnTo>
                  <a:lnTo>
                    <a:pt x="180091" y="48064"/>
                  </a:lnTo>
                  <a:lnTo>
                    <a:pt x="222067" y="27383"/>
                  </a:lnTo>
                  <a:lnTo>
                    <a:pt x="266372" y="12324"/>
                  </a:lnTo>
                  <a:lnTo>
                    <a:pt x="312447" y="3119"/>
                  </a:lnTo>
                  <a:lnTo>
                    <a:pt x="359732" y="0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0" name="Google Shape;200;p22"/>
          <p:cNvSpPr/>
          <p:nvPr/>
        </p:nvSpPr>
        <p:spPr>
          <a:xfrm>
            <a:off x="0" y="0"/>
            <a:ext cx="1927860" cy="2903220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01" name="Google Shape;201;p22"/>
          <p:cNvGrpSpPr/>
          <p:nvPr/>
        </p:nvGrpSpPr>
        <p:grpSpPr>
          <a:xfrm>
            <a:off x="0" y="6026467"/>
            <a:ext cx="8122920" cy="4260850"/>
            <a:chOff x="0" y="6026467"/>
            <a:chExt cx="8122920" cy="4260850"/>
          </a:xfrm>
        </p:grpSpPr>
        <p:sp>
          <p:nvSpPr>
            <p:cNvPr id="202" name="Google Shape;202;p22"/>
            <p:cNvSpPr/>
            <p:nvPr/>
          </p:nvSpPr>
          <p:spPr>
            <a:xfrm>
              <a:off x="108968" y="8100915"/>
              <a:ext cx="4463415" cy="2186304"/>
            </a:xfrm>
            <a:custGeom>
              <a:rect b="b" l="l" r="r" t="t"/>
              <a:pathLst>
                <a:path extrusionOk="0" h="2186304" w="4463415">
                  <a:moveTo>
                    <a:pt x="4463184" y="2186084"/>
                  </a:moveTo>
                  <a:lnTo>
                    <a:pt x="2811000" y="2186084"/>
                  </a:lnTo>
                  <a:lnTo>
                    <a:pt x="2788457" y="2143860"/>
                  </a:lnTo>
                  <a:lnTo>
                    <a:pt x="2754466" y="2102404"/>
                  </a:lnTo>
                  <a:lnTo>
                    <a:pt x="2713009" y="2068412"/>
                  </a:lnTo>
                  <a:lnTo>
                    <a:pt x="2666160" y="2043400"/>
                  </a:lnTo>
                  <a:lnTo>
                    <a:pt x="2615347" y="2027959"/>
                  </a:lnTo>
                  <a:lnTo>
                    <a:pt x="2561997" y="2022682"/>
                  </a:lnTo>
                  <a:lnTo>
                    <a:pt x="272191" y="2022682"/>
                  </a:lnTo>
                  <a:lnTo>
                    <a:pt x="223264" y="2018296"/>
                  </a:lnTo>
                  <a:lnTo>
                    <a:pt x="177214" y="2005652"/>
                  </a:lnTo>
                  <a:lnTo>
                    <a:pt x="134810" y="1985518"/>
                  </a:lnTo>
                  <a:lnTo>
                    <a:pt x="96821" y="1958664"/>
                  </a:lnTo>
                  <a:lnTo>
                    <a:pt x="64015" y="1925858"/>
                  </a:lnTo>
                  <a:lnTo>
                    <a:pt x="37161" y="1887868"/>
                  </a:lnTo>
                  <a:lnTo>
                    <a:pt x="17028" y="1845464"/>
                  </a:lnTo>
                  <a:lnTo>
                    <a:pt x="4385" y="1799414"/>
                  </a:lnTo>
                  <a:lnTo>
                    <a:pt x="0" y="1750488"/>
                  </a:lnTo>
                  <a:lnTo>
                    <a:pt x="0" y="272191"/>
                  </a:lnTo>
                  <a:lnTo>
                    <a:pt x="4385" y="223264"/>
                  </a:lnTo>
                  <a:lnTo>
                    <a:pt x="17029" y="177215"/>
                  </a:lnTo>
                  <a:lnTo>
                    <a:pt x="37162" y="134811"/>
                  </a:lnTo>
                  <a:lnTo>
                    <a:pt x="64016" y="96822"/>
                  </a:lnTo>
                  <a:lnTo>
                    <a:pt x="96822" y="64016"/>
                  </a:lnTo>
                  <a:lnTo>
                    <a:pt x="134811" y="37162"/>
                  </a:lnTo>
                  <a:lnTo>
                    <a:pt x="177215" y="17029"/>
                  </a:lnTo>
                  <a:lnTo>
                    <a:pt x="223264" y="4385"/>
                  </a:lnTo>
                  <a:lnTo>
                    <a:pt x="272191" y="0"/>
                  </a:lnTo>
                  <a:lnTo>
                    <a:pt x="1356798" y="0"/>
                  </a:lnTo>
                  <a:lnTo>
                    <a:pt x="1405725" y="4385"/>
                  </a:lnTo>
                  <a:lnTo>
                    <a:pt x="1451774" y="17029"/>
                  </a:lnTo>
                  <a:lnTo>
                    <a:pt x="1494178" y="37162"/>
                  </a:lnTo>
                  <a:lnTo>
                    <a:pt x="1532167" y="64016"/>
                  </a:lnTo>
                  <a:lnTo>
                    <a:pt x="1564973" y="96822"/>
                  </a:lnTo>
                  <a:lnTo>
                    <a:pt x="1591827" y="134811"/>
                  </a:lnTo>
                  <a:lnTo>
                    <a:pt x="1611960" y="177215"/>
                  </a:lnTo>
                  <a:lnTo>
                    <a:pt x="1624604" y="223264"/>
                  </a:lnTo>
                  <a:lnTo>
                    <a:pt x="1628989" y="272191"/>
                  </a:lnTo>
                  <a:lnTo>
                    <a:pt x="1628989" y="677230"/>
                  </a:lnTo>
                  <a:lnTo>
                    <a:pt x="1633375" y="726156"/>
                  </a:lnTo>
                  <a:lnTo>
                    <a:pt x="1646018" y="772206"/>
                  </a:lnTo>
                  <a:lnTo>
                    <a:pt x="1666152" y="814610"/>
                  </a:lnTo>
                  <a:lnTo>
                    <a:pt x="1693005" y="852599"/>
                  </a:lnTo>
                  <a:lnTo>
                    <a:pt x="1725811" y="885405"/>
                  </a:lnTo>
                  <a:lnTo>
                    <a:pt x="1763801" y="912259"/>
                  </a:lnTo>
                  <a:lnTo>
                    <a:pt x="1806204" y="932392"/>
                  </a:lnTo>
                  <a:lnTo>
                    <a:pt x="1852254" y="945035"/>
                  </a:lnTo>
                  <a:lnTo>
                    <a:pt x="1901181" y="949421"/>
                  </a:lnTo>
                  <a:lnTo>
                    <a:pt x="3184170" y="949421"/>
                  </a:lnTo>
                  <a:lnTo>
                    <a:pt x="3237520" y="954699"/>
                  </a:lnTo>
                  <a:lnTo>
                    <a:pt x="3288333" y="970140"/>
                  </a:lnTo>
                  <a:lnTo>
                    <a:pt x="3335182" y="995153"/>
                  </a:lnTo>
                  <a:lnTo>
                    <a:pt x="3376639" y="1029145"/>
                  </a:lnTo>
                  <a:lnTo>
                    <a:pt x="3410630" y="1070602"/>
                  </a:lnTo>
                  <a:lnTo>
                    <a:pt x="3435642" y="1117451"/>
                  </a:lnTo>
                  <a:lnTo>
                    <a:pt x="3451083" y="1168264"/>
                  </a:lnTo>
                  <a:lnTo>
                    <a:pt x="3456361" y="1221615"/>
                  </a:lnTo>
                  <a:lnTo>
                    <a:pt x="3456361" y="1571610"/>
                  </a:lnTo>
                  <a:lnTo>
                    <a:pt x="3461639" y="1624961"/>
                  </a:lnTo>
                  <a:lnTo>
                    <a:pt x="3477080" y="1675775"/>
                  </a:lnTo>
                  <a:lnTo>
                    <a:pt x="3502093" y="1722624"/>
                  </a:lnTo>
                  <a:lnTo>
                    <a:pt x="3536085" y="1764082"/>
                  </a:lnTo>
                  <a:lnTo>
                    <a:pt x="3577543" y="1798074"/>
                  </a:lnTo>
                  <a:lnTo>
                    <a:pt x="3624392" y="1823086"/>
                  </a:lnTo>
                  <a:lnTo>
                    <a:pt x="3675206" y="1838526"/>
                  </a:lnTo>
                  <a:lnTo>
                    <a:pt x="3728557" y="1843804"/>
                  </a:lnTo>
                  <a:lnTo>
                    <a:pt x="4190993" y="1843804"/>
                  </a:lnTo>
                  <a:lnTo>
                    <a:pt x="4244342" y="1849082"/>
                  </a:lnTo>
                  <a:lnTo>
                    <a:pt x="4295156" y="1864523"/>
                  </a:lnTo>
                  <a:lnTo>
                    <a:pt x="4342004" y="1889535"/>
                  </a:lnTo>
                  <a:lnTo>
                    <a:pt x="4383461" y="1923526"/>
                  </a:lnTo>
                  <a:lnTo>
                    <a:pt x="4417453" y="1964983"/>
                  </a:lnTo>
                  <a:lnTo>
                    <a:pt x="4442465" y="2011832"/>
                  </a:lnTo>
                  <a:lnTo>
                    <a:pt x="4457905" y="2062645"/>
                  </a:lnTo>
                  <a:lnTo>
                    <a:pt x="4463184" y="2115995"/>
                  </a:lnTo>
                  <a:lnTo>
                    <a:pt x="4463184" y="2186084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" name="Google Shape;203;p22"/>
            <p:cNvSpPr/>
            <p:nvPr/>
          </p:nvSpPr>
          <p:spPr>
            <a:xfrm>
              <a:off x="0" y="6026467"/>
              <a:ext cx="8122920" cy="4260850"/>
            </a:xfrm>
            <a:custGeom>
              <a:rect b="b" l="l" r="r" t="t"/>
              <a:pathLst>
                <a:path extrusionOk="0" h="4260850" w="8122920">
                  <a:moveTo>
                    <a:pt x="3500120" y="2115985"/>
                  </a:moveTo>
                  <a:lnTo>
                    <a:pt x="3494849" y="2062645"/>
                  </a:lnTo>
                  <a:lnTo>
                    <a:pt x="3479406" y="2011832"/>
                  </a:lnTo>
                  <a:lnTo>
                    <a:pt x="3454400" y="1964982"/>
                  </a:lnTo>
                  <a:lnTo>
                    <a:pt x="3420402" y="1923516"/>
                  </a:lnTo>
                  <a:lnTo>
                    <a:pt x="3378949" y="1889531"/>
                  </a:lnTo>
                  <a:lnTo>
                    <a:pt x="3332099" y="1864512"/>
                  </a:lnTo>
                  <a:lnTo>
                    <a:pt x="3281286" y="1849081"/>
                  </a:lnTo>
                  <a:lnTo>
                    <a:pt x="3227933" y="1843798"/>
                  </a:lnTo>
                  <a:lnTo>
                    <a:pt x="2765501" y="1843798"/>
                  </a:lnTo>
                  <a:lnTo>
                    <a:pt x="2712148" y="1838515"/>
                  </a:lnTo>
                  <a:lnTo>
                    <a:pt x="2661335" y="1823085"/>
                  </a:lnTo>
                  <a:lnTo>
                    <a:pt x="2614485" y="1798066"/>
                  </a:lnTo>
                  <a:lnTo>
                    <a:pt x="2573020" y="1764080"/>
                  </a:lnTo>
                  <a:lnTo>
                    <a:pt x="2539034" y="1722615"/>
                  </a:lnTo>
                  <a:lnTo>
                    <a:pt x="2514015" y="1675765"/>
                  </a:lnTo>
                  <a:lnTo>
                    <a:pt x="2498585" y="1624952"/>
                  </a:lnTo>
                  <a:lnTo>
                    <a:pt x="2493302" y="1571599"/>
                  </a:lnTo>
                  <a:lnTo>
                    <a:pt x="2493302" y="1221613"/>
                  </a:lnTo>
                  <a:lnTo>
                    <a:pt x="2488019" y="1168260"/>
                  </a:lnTo>
                  <a:lnTo>
                    <a:pt x="2472588" y="1117447"/>
                  </a:lnTo>
                  <a:lnTo>
                    <a:pt x="2447569" y="1070597"/>
                  </a:lnTo>
                  <a:lnTo>
                    <a:pt x="2413584" y="1029144"/>
                  </a:lnTo>
                  <a:lnTo>
                    <a:pt x="2372118" y="995146"/>
                  </a:lnTo>
                  <a:lnTo>
                    <a:pt x="2325268" y="970140"/>
                  </a:lnTo>
                  <a:lnTo>
                    <a:pt x="2274455" y="954697"/>
                  </a:lnTo>
                  <a:lnTo>
                    <a:pt x="2221115" y="949413"/>
                  </a:lnTo>
                  <a:lnTo>
                    <a:pt x="938123" y="949413"/>
                  </a:lnTo>
                  <a:lnTo>
                    <a:pt x="889190" y="945032"/>
                  </a:lnTo>
                  <a:lnTo>
                    <a:pt x="843140" y="932383"/>
                  </a:lnTo>
                  <a:lnTo>
                    <a:pt x="800747" y="912253"/>
                  </a:lnTo>
                  <a:lnTo>
                    <a:pt x="762749" y="885405"/>
                  </a:lnTo>
                  <a:lnTo>
                    <a:pt x="729945" y="852589"/>
                  </a:lnTo>
                  <a:lnTo>
                    <a:pt x="703097" y="814603"/>
                  </a:lnTo>
                  <a:lnTo>
                    <a:pt x="682955" y="772198"/>
                  </a:lnTo>
                  <a:lnTo>
                    <a:pt x="670318" y="726147"/>
                  </a:lnTo>
                  <a:lnTo>
                    <a:pt x="665924" y="677227"/>
                  </a:lnTo>
                  <a:lnTo>
                    <a:pt x="665924" y="272186"/>
                  </a:lnTo>
                  <a:lnTo>
                    <a:pt x="661543" y="223253"/>
                  </a:lnTo>
                  <a:lnTo>
                    <a:pt x="648906" y="177215"/>
                  </a:lnTo>
                  <a:lnTo>
                    <a:pt x="628764" y="134810"/>
                  </a:lnTo>
                  <a:lnTo>
                    <a:pt x="601916" y="96812"/>
                  </a:lnTo>
                  <a:lnTo>
                    <a:pt x="569112" y="64008"/>
                  </a:lnTo>
                  <a:lnTo>
                    <a:pt x="531114" y="37160"/>
                  </a:lnTo>
                  <a:lnTo>
                    <a:pt x="488721" y="17030"/>
                  </a:lnTo>
                  <a:lnTo>
                    <a:pt x="442671" y="4381"/>
                  </a:lnTo>
                  <a:lnTo>
                    <a:pt x="393738" y="0"/>
                  </a:lnTo>
                  <a:lnTo>
                    <a:pt x="0" y="0"/>
                  </a:lnTo>
                  <a:lnTo>
                    <a:pt x="0" y="2022678"/>
                  </a:lnTo>
                  <a:lnTo>
                    <a:pt x="1598942" y="2022678"/>
                  </a:lnTo>
                  <a:lnTo>
                    <a:pt x="1652282" y="2027948"/>
                  </a:lnTo>
                  <a:lnTo>
                    <a:pt x="1703095" y="2043391"/>
                  </a:lnTo>
                  <a:lnTo>
                    <a:pt x="1749945" y="2068410"/>
                  </a:lnTo>
                  <a:lnTo>
                    <a:pt x="1791411" y="2102396"/>
                  </a:lnTo>
                  <a:lnTo>
                    <a:pt x="1825396" y="2143861"/>
                  </a:lnTo>
                  <a:lnTo>
                    <a:pt x="1850415" y="2190699"/>
                  </a:lnTo>
                  <a:lnTo>
                    <a:pt x="1865845" y="2241512"/>
                  </a:lnTo>
                  <a:lnTo>
                    <a:pt x="1871129" y="2294864"/>
                  </a:lnTo>
                  <a:lnTo>
                    <a:pt x="1871129" y="2644864"/>
                  </a:lnTo>
                  <a:lnTo>
                    <a:pt x="1875510" y="2693797"/>
                  </a:lnTo>
                  <a:lnTo>
                    <a:pt x="1888159" y="2739847"/>
                  </a:lnTo>
                  <a:lnTo>
                    <a:pt x="1908289" y="2782252"/>
                  </a:lnTo>
                  <a:lnTo>
                    <a:pt x="1935149" y="2820238"/>
                  </a:lnTo>
                  <a:lnTo>
                    <a:pt x="1967953" y="2853042"/>
                  </a:lnTo>
                  <a:lnTo>
                    <a:pt x="2005939" y="2879902"/>
                  </a:lnTo>
                  <a:lnTo>
                    <a:pt x="2048344" y="2900032"/>
                  </a:lnTo>
                  <a:lnTo>
                    <a:pt x="2094395" y="2912668"/>
                  </a:lnTo>
                  <a:lnTo>
                    <a:pt x="2143328" y="2917063"/>
                  </a:lnTo>
                  <a:lnTo>
                    <a:pt x="3227933" y="2917063"/>
                  </a:lnTo>
                  <a:lnTo>
                    <a:pt x="3281286" y="2911779"/>
                  </a:lnTo>
                  <a:lnTo>
                    <a:pt x="3332099" y="2896336"/>
                  </a:lnTo>
                  <a:lnTo>
                    <a:pt x="3378949" y="2871330"/>
                  </a:lnTo>
                  <a:lnTo>
                    <a:pt x="3420402" y="2837332"/>
                  </a:lnTo>
                  <a:lnTo>
                    <a:pt x="3454400" y="2795879"/>
                  </a:lnTo>
                  <a:lnTo>
                    <a:pt x="3479406" y="2749029"/>
                  </a:lnTo>
                  <a:lnTo>
                    <a:pt x="3494849" y="2698216"/>
                  </a:lnTo>
                  <a:lnTo>
                    <a:pt x="3500120" y="2644864"/>
                  </a:lnTo>
                  <a:lnTo>
                    <a:pt x="3500120" y="2115985"/>
                  </a:lnTo>
                  <a:close/>
                </a:path>
                <a:path extrusionOk="0" h="4260850" w="8122920">
                  <a:moveTo>
                    <a:pt x="8122361" y="3911562"/>
                  </a:moveTo>
                  <a:lnTo>
                    <a:pt x="8117980" y="3862628"/>
                  </a:lnTo>
                  <a:lnTo>
                    <a:pt x="8105330" y="3816578"/>
                  </a:lnTo>
                  <a:lnTo>
                    <a:pt x="8085201" y="3774173"/>
                  </a:lnTo>
                  <a:lnTo>
                    <a:pt x="8058353" y="3736187"/>
                  </a:lnTo>
                  <a:lnTo>
                    <a:pt x="8025549" y="3703383"/>
                  </a:lnTo>
                  <a:lnTo>
                    <a:pt x="7987551" y="3676523"/>
                  </a:lnTo>
                  <a:lnTo>
                    <a:pt x="7945145" y="3656393"/>
                  </a:lnTo>
                  <a:lnTo>
                    <a:pt x="7899095" y="3643744"/>
                  </a:lnTo>
                  <a:lnTo>
                    <a:pt x="7850175" y="3639362"/>
                  </a:lnTo>
                  <a:lnTo>
                    <a:pt x="5560365" y="3639362"/>
                  </a:lnTo>
                  <a:lnTo>
                    <a:pt x="5507012" y="3634079"/>
                  </a:lnTo>
                  <a:lnTo>
                    <a:pt x="5456199" y="3618649"/>
                  </a:lnTo>
                  <a:lnTo>
                    <a:pt x="5409362" y="3593630"/>
                  </a:lnTo>
                  <a:lnTo>
                    <a:pt x="5367896" y="3559645"/>
                  </a:lnTo>
                  <a:lnTo>
                    <a:pt x="5333911" y="3518179"/>
                  </a:lnTo>
                  <a:lnTo>
                    <a:pt x="5308892" y="3471329"/>
                  </a:lnTo>
                  <a:lnTo>
                    <a:pt x="5293449" y="3420516"/>
                  </a:lnTo>
                  <a:lnTo>
                    <a:pt x="5288178" y="3367176"/>
                  </a:lnTo>
                  <a:lnTo>
                    <a:pt x="5288178" y="3017177"/>
                  </a:lnTo>
                  <a:lnTo>
                    <a:pt x="5283797" y="2968244"/>
                  </a:lnTo>
                  <a:lnTo>
                    <a:pt x="5271147" y="2922193"/>
                  </a:lnTo>
                  <a:lnTo>
                    <a:pt x="5251018" y="2879788"/>
                  </a:lnTo>
                  <a:lnTo>
                    <a:pt x="5224157" y="2841802"/>
                  </a:lnTo>
                  <a:lnTo>
                    <a:pt x="5191353" y="2808998"/>
                  </a:lnTo>
                  <a:lnTo>
                    <a:pt x="5153368" y="2782138"/>
                  </a:lnTo>
                  <a:lnTo>
                    <a:pt x="5110962" y="2762008"/>
                  </a:lnTo>
                  <a:lnTo>
                    <a:pt x="5064912" y="2749359"/>
                  </a:lnTo>
                  <a:lnTo>
                    <a:pt x="5015979" y="2744978"/>
                  </a:lnTo>
                  <a:lnTo>
                    <a:pt x="3931374" y="2744978"/>
                  </a:lnTo>
                  <a:lnTo>
                    <a:pt x="3878021" y="2750261"/>
                  </a:lnTo>
                  <a:lnTo>
                    <a:pt x="3827208" y="2765704"/>
                  </a:lnTo>
                  <a:lnTo>
                    <a:pt x="3780358" y="2790710"/>
                  </a:lnTo>
                  <a:lnTo>
                    <a:pt x="3738905" y="2824708"/>
                  </a:lnTo>
                  <a:lnTo>
                    <a:pt x="3704907" y="2866161"/>
                  </a:lnTo>
                  <a:lnTo>
                    <a:pt x="3679901" y="2913011"/>
                  </a:lnTo>
                  <a:lnTo>
                    <a:pt x="3664458" y="2963824"/>
                  </a:lnTo>
                  <a:lnTo>
                    <a:pt x="3659187" y="3017177"/>
                  </a:lnTo>
                  <a:lnTo>
                    <a:pt x="3659187" y="3546043"/>
                  </a:lnTo>
                  <a:lnTo>
                    <a:pt x="3664458" y="3599396"/>
                  </a:lnTo>
                  <a:lnTo>
                    <a:pt x="3679901" y="3650208"/>
                  </a:lnTo>
                  <a:lnTo>
                    <a:pt x="3704907" y="3697059"/>
                  </a:lnTo>
                  <a:lnTo>
                    <a:pt x="3738905" y="3738511"/>
                  </a:lnTo>
                  <a:lnTo>
                    <a:pt x="3780358" y="3772509"/>
                  </a:lnTo>
                  <a:lnTo>
                    <a:pt x="3827208" y="3797516"/>
                  </a:lnTo>
                  <a:lnTo>
                    <a:pt x="3878021" y="3812959"/>
                  </a:lnTo>
                  <a:lnTo>
                    <a:pt x="3931374" y="3818242"/>
                  </a:lnTo>
                  <a:lnTo>
                    <a:pt x="4393806" y="3818242"/>
                  </a:lnTo>
                  <a:lnTo>
                    <a:pt x="4447159" y="3823512"/>
                  </a:lnTo>
                  <a:lnTo>
                    <a:pt x="4497971" y="3838956"/>
                  </a:lnTo>
                  <a:lnTo>
                    <a:pt x="4544822" y="3863975"/>
                  </a:lnTo>
                  <a:lnTo>
                    <a:pt x="4586275" y="3897960"/>
                  </a:lnTo>
                  <a:lnTo>
                    <a:pt x="4620272" y="3939413"/>
                  </a:lnTo>
                  <a:lnTo>
                    <a:pt x="4645279" y="3986263"/>
                  </a:lnTo>
                  <a:lnTo>
                    <a:pt x="4660722" y="4037088"/>
                  </a:lnTo>
                  <a:lnTo>
                    <a:pt x="4666005" y="4090428"/>
                  </a:lnTo>
                  <a:lnTo>
                    <a:pt x="4666005" y="4260532"/>
                  </a:lnTo>
                  <a:lnTo>
                    <a:pt x="8122361" y="4260532"/>
                  </a:lnTo>
                  <a:lnTo>
                    <a:pt x="8122361" y="3911562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4" name="Google Shape;204;p22"/>
          <p:cNvSpPr txBox="1"/>
          <p:nvPr/>
        </p:nvSpPr>
        <p:spPr>
          <a:xfrm>
            <a:off x="-571500" y="344525"/>
            <a:ext cx="1943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                                     </a:t>
            </a:r>
            <a:endParaRPr sz="2400"/>
          </a:p>
        </p:txBody>
      </p:sp>
      <p:sp>
        <p:nvSpPr>
          <p:cNvPr id="205" name="Google Shape;205;p22"/>
          <p:cNvSpPr/>
          <p:nvPr/>
        </p:nvSpPr>
        <p:spPr>
          <a:xfrm>
            <a:off x="6251700" y="1517025"/>
            <a:ext cx="3746700" cy="97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latin typeface="Trebuchet MS"/>
                <a:ea typeface="Trebuchet MS"/>
                <a:cs typeface="Trebuchet MS"/>
                <a:sym typeface="Trebuchet MS"/>
              </a:rPr>
              <a:t>  CONCLUSION</a:t>
            </a:r>
            <a:endParaRPr b="1" sz="37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2329050" y="2736550"/>
            <a:ext cx="12247500" cy="438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527050" lvl="0" marL="457200" rtl="0" algn="l">
              <a:spcBef>
                <a:spcPts val="0"/>
              </a:spcBef>
              <a:spcAft>
                <a:spcPts val="0"/>
              </a:spcAft>
              <a:buSzPts val="4700"/>
              <a:buFont typeface="Lexend"/>
              <a:buChar char="●"/>
            </a:pPr>
            <a:r>
              <a:rPr lang="en-US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project addresses a critical gap in AI development workflows by eliminating insecure, fragmented API key management and replacing it with a secure, unified, and developer-friendly system.</a:t>
            </a:r>
            <a:br>
              <a:rPr lang="en-US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27050" lvl="0" marL="457200" rtl="0" algn="l">
              <a:spcBef>
                <a:spcPts val="0"/>
              </a:spcBef>
              <a:spcAft>
                <a:spcPts val="0"/>
              </a:spcAft>
              <a:buSzPts val="4700"/>
              <a:buFont typeface="Trebuchet MS"/>
              <a:buChar char="●"/>
            </a:pPr>
            <a:r>
              <a:rPr lang="en-US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encrypting keys client-side, normalizing multi-provider interactions, and providing real-time usage visibility, </a:t>
            </a:r>
            <a:r>
              <a:rPr b="1" lang="en-US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onekey</a:t>
            </a:r>
            <a:r>
              <a:rPr lang="en-US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significantly improves security, reliability, and control over AI integrations.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0e3745d5-1c69-4e3a-98a5-92ee00ca2a12.jp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971799" cy="19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>
            <p:ph type="ctrTitle"/>
          </p:nvPr>
        </p:nvSpPr>
        <p:spPr>
          <a:xfrm>
            <a:off x="3149225" y="2097727"/>
            <a:ext cx="13639800" cy="54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65825">
            <a:spAutoFit/>
          </a:bodyPr>
          <a:lstStyle/>
          <a:p>
            <a:pPr indent="-1310005" lvl="0" marL="1322070" marR="5080" rtl="0" algn="l">
              <a:lnSpc>
                <a:spcPct val="6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650"/>
              <a:t>THANK</a:t>
            </a:r>
            <a:endParaRPr sz="20650"/>
          </a:p>
          <a:p>
            <a:pPr indent="-1310005" lvl="0" marL="1322070" marR="5080" rtl="0" algn="l">
              <a:lnSpc>
                <a:spcPct val="6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650"/>
              <a:t>         YOU</a:t>
            </a:r>
            <a:endParaRPr sz="20650"/>
          </a:p>
        </p:txBody>
      </p:sp>
      <p:sp>
        <p:nvSpPr>
          <p:cNvPr id="213" name="Google Shape;213;p23"/>
          <p:cNvSpPr/>
          <p:nvPr/>
        </p:nvSpPr>
        <p:spPr>
          <a:xfrm>
            <a:off x="16495377" y="7120455"/>
            <a:ext cx="1793240" cy="3166745"/>
          </a:xfrm>
          <a:custGeom>
            <a:rect b="b" l="l" r="r" t="t"/>
            <a:pathLst>
              <a:path extrusionOk="0" h="3166745" w="1793240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14" name="Google Shape;214;p23"/>
          <p:cNvGrpSpPr/>
          <p:nvPr/>
        </p:nvGrpSpPr>
        <p:grpSpPr>
          <a:xfrm>
            <a:off x="13969984" y="0"/>
            <a:ext cx="4318634" cy="3743952"/>
            <a:chOff x="13969984" y="0"/>
            <a:chExt cx="4318634" cy="3743952"/>
          </a:xfrm>
        </p:grpSpPr>
        <p:sp>
          <p:nvSpPr>
            <p:cNvPr id="215" name="Google Shape;215;p23"/>
            <p:cNvSpPr/>
            <p:nvPr/>
          </p:nvSpPr>
          <p:spPr>
            <a:xfrm>
              <a:off x="13969984" y="0"/>
              <a:ext cx="4318634" cy="2190750"/>
            </a:xfrm>
            <a:custGeom>
              <a:rect b="b" l="l" r="r" t="t"/>
              <a:pathLst>
                <a:path extrusionOk="0" h="2190750" w="4318634">
                  <a:moveTo>
                    <a:pt x="4318016" y="2190346"/>
                  </a:moveTo>
                  <a:lnTo>
                    <a:pt x="4105453" y="2190346"/>
                  </a:lnTo>
                  <a:lnTo>
                    <a:pt x="4056639" y="2187062"/>
                  </a:lnTo>
                  <a:lnTo>
                    <a:pt x="4009821" y="2177496"/>
                  </a:lnTo>
                  <a:lnTo>
                    <a:pt x="3965427" y="2162076"/>
                  </a:lnTo>
                  <a:lnTo>
                    <a:pt x="3923887" y="2141232"/>
                  </a:lnTo>
                  <a:lnTo>
                    <a:pt x="3885628" y="2115391"/>
                  </a:lnTo>
                  <a:lnTo>
                    <a:pt x="3851080" y="2084982"/>
                  </a:lnTo>
                  <a:lnTo>
                    <a:pt x="3820672" y="2050434"/>
                  </a:lnTo>
                  <a:lnTo>
                    <a:pt x="3794831" y="2012176"/>
                  </a:lnTo>
                  <a:lnTo>
                    <a:pt x="3773986" y="1970635"/>
                  </a:lnTo>
                  <a:lnTo>
                    <a:pt x="3758566" y="1926242"/>
                  </a:lnTo>
                  <a:lnTo>
                    <a:pt x="3749000" y="1879424"/>
                  </a:lnTo>
                  <a:lnTo>
                    <a:pt x="3745716" y="1830610"/>
                  </a:lnTo>
                  <a:lnTo>
                    <a:pt x="3745716" y="1368045"/>
                  </a:lnTo>
                  <a:lnTo>
                    <a:pt x="3742597" y="1320760"/>
                  </a:lnTo>
                  <a:lnTo>
                    <a:pt x="3733393" y="1274686"/>
                  </a:lnTo>
                  <a:lnTo>
                    <a:pt x="3718334" y="1230381"/>
                  </a:lnTo>
                  <a:lnTo>
                    <a:pt x="3697654" y="1188405"/>
                  </a:lnTo>
                  <a:lnTo>
                    <a:pt x="3671583" y="1149316"/>
                  </a:lnTo>
                  <a:lnTo>
                    <a:pt x="3640353" y="1113675"/>
                  </a:lnTo>
                  <a:lnTo>
                    <a:pt x="3604712" y="1082445"/>
                  </a:lnTo>
                  <a:lnTo>
                    <a:pt x="3565624" y="1056375"/>
                  </a:lnTo>
                  <a:lnTo>
                    <a:pt x="3523648" y="1035695"/>
                  </a:lnTo>
                  <a:lnTo>
                    <a:pt x="3479343" y="1020636"/>
                  </a:lnTo>
                  <a:lnTo>
                    <a:pt x="3433268" y="1011432"/>
                  </a:lnTo>
                  <a:lnTo>
                    <a:pt x="3385984" y="1008312"/>
                  </a:lnTo>
                  <a:lnTo>
                    <a:pt x="359732" y="1008312"/>
                  </a:lnTo>
                  <a:lnTo>
                    <a:pt x="310919" y="1005028"/>
                  </a:lnTo>
                  <a:lnTo>
                    <a:pt x="264101" y="995461"/>
                  </a:lnTo>
                  <a:lnTo>
                    <a:pt x="219708" y="980041"/>
                  </a:lnTo>
                  <a:lnTo>
                    <a:pt x="178168" y="959197"/>
                  </a:lnTo>
                  <a:lnTo>
                    <a:pt x="139910" y="933355"/>
                  </a:lnTo>
                  <a:lnTo>
                    <a:pt x="105363" y="902947"/>
                  </a:lnTo>
                  <a:lnTo>
                    <a:pt x="74954" y="868399"/>
                  </a:lnTo>
                  <a:lnTo>
                    <a:pt x="49114" y="830141"/>
                  </a:lnTo>
                  <a:lnTo>
                    <a:pt x="28269" y="788601"/>
                  </a:lnTo>
                  <a:lnTo>
                    <a:pt x="12850" y="744207"/>
                  </a:lnTo>
                  <a:lnTo>
                    <a:pt x="3284" y="697390"/>
                  </a:lnTo>
                  <a:lnTo>
                    <a:pt x="0" y="648576"/>
                  </a:lnTo>
                  <a:lnTo>
                    <a:pt x="0" y="0"/>
                  </a:lnTo>
                  <a:lnTo>
                    <a:pt x="4318016" y="0"/>
                  </a:lnTo>
                  <a:lnTo>
                    <a:pt x="4318016" y="2190346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" name="Google Shape;216;p23"/>
            <p:cNvSpPr/>
            <p:nvPr/>
          </p:nvSpPr>
          <p:spPr>
            <a:xfrm>
              <a:off x="15473726" y="1142992"/>
              <a:ext cx="2814319" cy="2600960"/>
            </a:xfrm>
            <a:custGeom>
              <a:rect b="b" l="l" r="r" t="t"/>
              <a:pathLst>
                <a:path extrusionOk="0" h="2600960" w="2814319">
                  <a:moveTo>
                    <a:pt x="359732" y="0"/>
                  </a:moveTo>
                  <a:lnTo>
                    <a:pt x="1793173" y="0"/>
                  </a:lnTo>
                  <a:lnTo>
                    <a:pt x="1841988" y="3283"/>
                  </a:lnTo>
                  <a:lnTo>
                    <a:pt x="1888806" y="12850"/>
                  </a:lnTo>
                  <a:lnTo>
                    <a:pt x="1933199" y="28269"/>
                  </a:lnTo>
                  <a:lnTo>
                    <a:pt x="1974740" y="49114"/>
                  </a:lnTo>
                  <a:lnTo>
                    <a:pt x="2012998" y="74955"/>
                  </a:lnTo>
                  <a:lnTo>
                    <a:pt x="2047546" y="105364"/>
                  </a:lnTo>
                  <a:lnTo>
                    <a:pt x="2077955" y="139912"/>
                  </a:lnTo>
                  <a:lnTo>
                    <a:pt x="2103796" y="178170"/>
                  </a:lnTo>
                  <a:lnTo>
                    <a:pt x="2124640" y="219710"/>
                  </a:lnTo>
                  <a:lnTo>
                    <a:pt x="2140060" y="264104"/>
                  </a:lnTo>
                  <a:lnTo>
                    <a:pt x="2149626" y="310922"/>
                  </a:lnTo>
                  <a:lnTo>
                    <a:pt x="2152910" y="359736"/>
                  </a:lnTo>
                  <a:lnTo>
                    <a:pt x="2152910" y="822300"/>
                  </a:lnTo>
                  <a:lnTo>
                    <a:pt x="2156029" y="869585"/>
                  </a:lnTo>
                  <a:lnTo>
                    <a:pt x="2165234" y="915660"/>
                  </a:lnTo>
                  <a:lnTo>
                    <a:pt x="2180292" y="959965"/>
                  </a:lnTo>
                  <a:lnTo>
                    <a:pt x="2200972" y="1001941"/>
                  </a:lnTo>
                  <a:lnTo>
                    <a:pt x="2227043" y="1041030"/>
                  </a:lnTo>
                  <a:lnTo>
                    <a:pt x="2258273" y="1076671"/>
                  </a:lnTo>
                  <a:lnTo>
                    <a:pt x="2293914" y="1107901"/>
                  </a:lnTo>
                  <a:lnTo>
                    <a:pt x="2333003" y="1133971"/>
                  </a:lnTo>
                  <a:lnTo>
                    <a:pt x="2374979" y="1154651"/>
                  </a:lnTo>
                  <a:lnTo>
                    <a:pt x="2419284" y="1169709"/>
                  </a:lnTo>
                  <a:lnTo>
                    <a:pt x="2465358" y="1178914"/>
                  </a:lnTo>
                  <a:lnTo>
                    <a:pt x="2512643" y="1182033"/>
                  </a:lnTo>
                  <a:lnTo>
                    <a:pt x="2814274" y="1182033"/>
                  </a:lnTo>
                  <a:lnTo>
                    <a:pt x="2814274" y="2600475"/>
                  </a:lnTo>
                  <a:lnTo>
                    <a:pt x="1690367" y="2600475"/>
                  </a:lnTo>
                  <a:lnTo>
                    <a:pt x="1643082" y="2597355"/>
                  </a:lnTo>
                  <a:lnTo>
                    <a:pt x="1597008" y="2588150"/>
                  </a:lnTo>
                  <a:lnTo>
                    <a:pt x="1552703" y="2573091"/>
                  </a:lnTo>
                  <a:lnTo>
                    <a:pt x="1510727" y="2552411"/>
                  </a:lnTo>
                  <a:lnTo>
                    <a:pt x="1471639" y="2526340"/>
                  </a:lnTo>
                  <a:lnTo>
                    <a:pt x="1435998" y="2495110"/>
                  </a:lnTo>
                  <a:lnTo>
                    <a:pt x="1404768" y="2459468"/>
                  </a:lnTo>
                  <a:lnTo>
                    <a:pt x="1378697" y="2420380"/>
                  </a:lnTo>
                  <a:lnTo>
                    <a:pt x="1358017" y="2378403"/>
                  </a:lnTo>
                  <a:lnTo>
                    <a:pt x="1342958" y="2334098"/>
                  </a:lnTo>
                  <a:lnTo>
                    <a:pt x="1333754" y="2288023"/>
                  </a:lnTo>
                  <a:lnTo>
                    <a:pt x="1330635" y="2240738"/>
                  </a:lnTo>
                  <a:lnTo>
                    <a:pt x="1330635" y="1778177"/>
                  </a:lnTo>
                  <a:lnTo>
                    <a:pt x="1327515" y="1730892"/>
                  </a:lnTo>
                  <a:lnTo>
                    <a:pt x="1318310" y="1684817"/>
                  </a:lnTo>
                  <a:lnTo>
                    <a:pt x="1303251" y="1640511"/>
                  </a:lnTo>
                  <a:lnTo>
                    <a:pt x="1282570" y="1598535"/>
                  </a:lnTo>
                  <a:lnTo>
                    <a:pt x="1256499" y="1559446"/>
                  </a:lnTo>
                  <a:lnTo>
                    <a:pt x="1225269" y="1523804"/>
                  </a:lnTo>
                  <a:lnTo>
                    <a:pt x="1189627" y="1492574"/>
                  </a:lnTo>
                  <a:lnTo>
                    <a:pt x="1150538" y="1466503"/>
                  </a:lnTo>
                  <a:lnTo>
                    <a:pt x="1108561" y="1445823"/>
                  </a:lnTo>
                  <a:lnTo>
                    <a:pt x="1064255" y="1430765"/>
                  </a:lnTo>
                  <a:lnTo>
                    <a:pt x="1018180" y="1421560"/>
                  </a:lnTo>
                  <a:lnTo>
                    <a:pt x="970895" y="1418441"/>
                  </a:lnTo>
                  <a:lnTo>
                    <a:pt x="359732" y="1418441"/>
                  </a:lnTo>
                  <a:lnTo>
                    <a:pt x="312447" y="1415322"/>
                  </a:lnTo>
                  <a:lnTo>
                    <a:pt x="266372" y="1406117"/>
                  </a:lnTo>
                  <a:lnTo>
                    <a:pt x="222067" y="1391059"/>
                  </a:lnTo>
                  <a:lnTo>
                    <a:pt x="180091" y="1370379"/>
                  </a:lnTo>
                  <a:lnTo>
                    <a:pt x="141003" y="1344308"/>
                  </a:lnTo>
                  <a:lnTo>
                    <a:pt x="105361" y="1313079"/>
                  </a:lnTo>
                  <a:lnTo>
                    <a:pt x="74131" y="1277437"/>
                  </a:lnTo>
                  <a:lnTo>
                    <a:pt x="48061" y="1238349"/>
                  </a:lnTo>
                  <a:lnTo>
                    <a:pt x="27381" y="1196372"/>
                  </a:lnTo>
                  <a:lnTo>
                    <a:pt x="12323" y="1152067"/>
                  </a:lnTo>
                  <a:lnTo>
                    <a:pt x="3119" y="1105993"/>
                  </a:lnTo>
                  <a:lnTo>
                    <a:pt x="0" y="1058708"/>
                  </a:lnTo>
                  <a:lnTo>
                    <a:pt x="0" y="359736"/>
                  </a:lnTo>
                  <a:lnTo>
                    <a:pt x="3119" y="312451"/>
                  </a:lnTo>
                  <a:lnTo>
                    <a:pt x="12323" y="266376"/>
                  </a:lnTo>
                  <a:lnTo>
                    <a:pt x="27381" y="222071"/>
                  </a:lnTo>
                  <a:lnTo>
                    <a:pt x="48061" y="180095"/>
                  </a:lnTo>
                  <a:lnTo>
                    <a:pt x="74131" y="141006"/>
                  </a:lnTo>
                  <a:lnTo>
                    <a:pt x="105361" y="105364"/>
                  </a:lnTo>
                  <a:lnTo>
                    <a:pt x="141003" y="74134"/>
                  </a:lnTo>
                  <a:lnTo>
                    <a:pt x="180091" y="48064"/>
                  </a:lnTo>
                  <a:lnTo>
                    <a:pt x="222067" y="27383"/>
                  </a:lnTo>
                  <a:lnTo>
                    <a:pt x="266372" y="12324"/>
                  </a:lnTo>
                  <a:lnTo>
                    <a:pt x="312447" y="3119"/>
                  </a:lnTo>
                  <a:lnTo>
                    <a:pt x="359732" y="0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7" name="Google Shape;217;p23"/>
          <p:cNvSpPr/>
          <p:nvPr/>
        </p:nvSpPr>
        <p:spPr>
          <a:xfrm>
            <a:off x="0" y="0"/>
            <a:ext cx="1927860" cy="2903220"/>
          </a:xfrm>
          <a:custGeom>
            <a:rect b="b" l="l" r="r" t="t"/>
            <a:pathLst>
              <a:path extrusionOk="0" h="2903220" w="192786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18" name="Google Shape;218;p23"/>
          <p:cNvGrpSpPr/>
          <p:nvPr/>
        </p:nvGrpSpPr>
        <p:grpSpPr>
          <a:xfrm>
            <a:off x="0" y="6026467"/>
            <a:ext cx="8122920" cy="4260850"/>
            <a:chOff x="0" y="6026467"/>
            <a:chExt cx="8122920" cy="4260850"/>
          </a:xfrm>
        </p:grpSpPr>
        <p:sp>
          <p:nvSpPr>
            <p:cNvPr id="219" name="Google Shape;219;p23"/>
            <p:cNvSpPr/>
            <p:nvPr/>
          </p:nvSpPr>
          <p:spPr>
            <a:xfrm>
              <a:off x="108968" y="8100915"/>
              <a:ext cx="4463415" cy="2186304"/>
            </a:xfrm>
            <a:custGeom>
              <a:rect b="b" l="l" r="r" t="t"/>
              <a:pathLst>
                <a:path extrusionOk="0" h="2186304" w="4463415">
                  <a:moveTo>
                    <a:pt x="4463184" y="2186084"/>
                  </a:moveTo>
                  <a:lnTo>
                    <a:pt x="2811000" y="2186084"/>
                  </a:lnTo>
                  <a:lnTo>
                    <a:pt x="2788457" y="2143860"/>
                  </a:lnTo>
                  <a:lnTo>
                    <a:pt x="2754466" y="2102404"/>
                  </a:lnTo>
                  <a:lnTo>
                    <a:pt x="2713009" y="2068412"/>
                  </a:lnTo>
                  <a:lnTo>
                    <a:pt x="2666160" y="2043400"/>
                  </a:lnTo>
                  <a:lnTo>
                    <a:pt x="2615347" y="2027959"/>
                  </a:lnTo>
                  <a:lnTo>
                    <a:pt x="2561997" y="2022682"/>
                  </a:lnTo>
                  <a:lnTo>
                    <a:pt x="272191" y="2022682"/>
                  </a:lnTo>
                  <a:lnTo>
                    <a:pt x="223264" y="2018296"/>
                  </a:lnTo>
                  <a:lnTo>
                    <a:pt x="177214" y="2005652"/>
                  </a:lnTo>
                  <a:lnTo>
                    <a:pt x="134810" y="1985518"/>
                  </a:lnTo>
                  <a:lnTo>
                    <a:pt x="96821" y="1958664"/>
                  </a:lnTo>
                  <a:lnTo>
                    <a:pt x="64015" y="1925858"/>
                  </a:lnTo>
                  <a:lnTo>
                    <a:pt x="37161" y="1887868"/>
                  </a:lnTo>
                  <a:lnTo>
                    <a:pt x="17028" y="1845464"/>
                  </a:lnTo>
                  <a:lnTo>
                    <a:pt x="4385" y="1799414"/>
                  </a:lnTo>
                  <a:lnTo>
                    <a:pt x="0" y="1750488"/>
                  </a:lnTo>
                  <a:lnTo>
                    <a:pt x="0" y="272191"/>
                  </a:lnTo>
                  <a:lnTo>
                    <a:pt x="4385" y="223264"/>
                  </a:lnTo>
                  <a:lnTo>
                    <a:pt x="17029" y="177215"/>
                  </a:lnTo>
                  <a:lnTo>
                    <a:pt x="37162" y="134811"/>
                  </a:lnTo>
                  <a:lnTo>
                    <a:pt x="64016" y="96822"/>
                  </a:lnTo>
                  <a:lnTo>
                    <a:pt x="96822" y="64016"/>
                  </a:lnTo>
                  <a:lnTo>
                    <a:pt x="134811" y="37162"/>
                  </a:lnTo>
                  <a:lnTo>
                    <a:pt x="177215" y="17029"/>
                  </a:lnTo>
                  <a:lnTo>
                    <a:pt x="223264" y="4385"/>
                  </a:lnTo>
                  <a:lnTo>
                    <a:pt x="272191" y="0"/>
                  </a:lnTo>
                  <a:lnTo>
                    <a:pt x="1356798" y="0"/>
                  </a:lnTo>
                  <a:lnTo>
                    <a:pt x="1405725" y="4385"/>
                  </a:lnTo>
                  <a:lnTo>
                    <a:pt x="1451774" y="17029"/>
                  </a:lnTo>
                  <a:lnTo>
                    <a:pt x="1494178" y="37162"/>
                  </a:lnTo>
                  <a:lnTo>
                    <a:pt x="1532167" y="64016"/>
                  </a:lnTo>
                  <a:lnTo>
                    <a:pt x="1564973" y="96822"/>
                  </a:lnTo>
                  <a:lnTo>
                    <a:pt x="1591827" y="134811"/>
                  </a:lnTo>
                  <a:lnTo>
                    <a:pt x="1611960" y="177215"/>
                  </a:lnTo>
                  <a:lnTo>
                    <a:pt x="1624604" y="223264"/>
                  </a:lnTo>
                  <a:lnTo>
                    <a:pt x="1628989" y="272191"/>
                  </a:lnTo>
                  <a:lnTo>
                    <a:pt x="1628989" y="677230"/>
                  </a:lnTo>
                  <a:lnTo>
                    <a:pt x="1633375" y="726156"/>
                  </a:lnTo>
                  <a:lnTo>
                    <a:pt x="1646018" y="772206"/>
                  </a:lnTo>
                  <a:lnTo>
                    <a:pt x="1666152" y="814610"/>
                  </a:lnTo>
                  <a:lnTo>
                    <a:pt x="1693005" y="852599"/>
                  </a:lnTo>
                  <a:lnTo>
                    <a:pt x="1725811" y="885405"/>
                  </a:lnTo>
                  <a:lnTo>
                    <a:pt x="1763801" y="912259"/>
                  </a:lnTo>
                  <a:lnTo>
                    <a:pt x="1806204" y="932392"/>
                  </a:lnTo>
                  <a:lnTo>
                    <a:pt x="1852254" y="945035"/>
                  </a:lnTo>
                  <a:lnTo>
                    <a:pt x="1901181" y="949421"/>
                  </a:lnTo>
                  <a:lnTo>
                    <a:pt x="3184170" y="949421"/>
                  </a:lnTo>
                  <a:lnTo>
                    <a:pt x="3237520" y="954699"/>
                  </a:lnTo>
                  <a:lnTo>
                    <a:pt x="3288333" y="970140"/>
                  </a:lnTo>
                  <a:lnTo>
                    <a:pt x="3335182" y="995153"/>
                  </a:lnTo>
                  <a:lnTo>
                    <a:pt x="3376639" y="1029145"/>
                  </a:lnTo>
                  <a:lnTo>
                    <a:pt x="3410630" y="1070602"/>
                  </a:lnTo>
                  <a:lnTo>
                    <a:pt x="3435642" y="1117451"/>
                  </a:lnTo>
                  <a:lnTo>
                    <a:pt x="3451083" y="1168264"/>
                  </a:lnTo>
                  <a:lnTo>
                    <a:pt x="3456361" y="1221615"/>
                  </a:lnTo>
                  <a:lnTo>
                    <a:pt x="3456361" y="1571610"/>
                  </a:lnTo>
                  <a:lnTo>
                    <a:pt x="3461639" y="1624961"/>
                  </a:lnTo>
                  <a:lnTo>
                    <a:pt x="3477080" y="1675775"/>
                  </a:lnTo>
                  <a:lnTo>
                    <a:pt x="3502093" y="1722624"/>
                  </a:lnTo>
                  <a:lnTo>
                    <a:pt x="3536085" y="1764082"/>
                  </a:lnTo>
                  <a:lnTo>
                    <a:pt x="3577543" y="1798074"/>
                  </a:lnTo>
                  <a:lnTo>
                    <a:pt x="3624392" y="1823086"/>
                  </a:lnTo>
                  <a:lnTo>
                    <a:pt x="3675206" y="1838526"/>
                  </a:lnTo>
                  <a:lnTo>
                    <a:pt x="3728557" y="1843804"/>
                  </a:lnTo>
                  <a:lnTo>
                    <a:pt x="4190993" y="1843804"/>
                  </a:lnTo>
                  <a:lnTo>
                    <a:pt x="4244342" y="1849082"/>
                  </a:lnTo>
                  <a:lnTo>
                    <a:pt x="4295156" y="1864523"/>
                  </a:lnTo>
                  <a:lnTo>
                    <a:pt x="4342004" y="1889535"/>
                  </a:lnTo>
                  <a:lnTo>
                    <a:pt x="4383461" y="1923526"/>
                  </a:lnTo>
                  <a:lnTo>
                    <a:pt x="4417453" y="1964983"/>
                  </a:lnTo>
                  <a:lnTo>
                    <a:pt x="4442465" y="2011832"/>
                  </a:lnTo>
                  <a:lnTo>
                    <a:pt x="4457905" y="2062645"/>
                  </a:lnTo>
                  <a:lnTo>
                    <a:pt x="4463184" y="2115995"/>
                  </a:lnTo>
                  <a:lnTo>
                    <a:pt x="4463184" y="2186084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0" name="Google Shape;220;p23"/>
            <p:cNvSpPr/>
            <p:nvPr/>
          </p:nvSpPr>
          <p:spPr>
            <a:xfrm>
              <a:off x="0" y="6026467"/>
              <a:ext cx="8122920" cy="4260850"/>
            </a:xfrm>
            <a:custGeom>
              <a:rect b="b" l="l" r="r" t="t"/>
              <a:pathLst>
                <a:path extrusionOk="0" h="4260850" w="8122920">
                  <a:moveTo>
                    <a:pt x="3500120" y="2115985"/>
                  </a:moveTo>
                  <a:lnTo>
                    <a:pt x="3494849" y="2062645"/>
                  </a:lnTo>
                  <a:lnTo>
                    <a:pt x="3479406" y="2011832"/>
                  </a:lnTo>
                  <a:lnTo>
                    <a:pt x="3454400" y="1964982"/>
                  </a:lnTo>
                  <a:lnTo>
                    <a:pt x="3420402" y="1923516"/>
                  </a:lnTo>
                  <a:lnTo>
                    <a:pt x="3378949" y="1889531"/>
                  </a:lnTo>
                  <a:lnTo>
                    <a:pt x="3332099" y="1864512"/>
                  </a:lnTo>
                  <a:lnTo>
                    <a:pt x="3281286" y="1849081"/>
                  </a:lnTo>
                  <a:lnTo>
                    <a:pt x="3227933" y="1843798"/>
                  </a:lnTo>
                  <a:lnTo>
                    <a:pt x="2765501" y="1843798"/>
                  </a:lnTo>
                  <a:lnTo>
                    <a:pt x="2712148" y="1838515"/>
                  </a:lnTo>
                  <a:lnTo>
                    <a:pt x="2661335" y="1823085"/>
                  </a:lnTo>
                  <a:lnTo>
                    <a:pt x="2614485" y="1798066"/>
                  </a:lnTo>
                  <a:lnTo>
                    <a:pt x="2573020" y="1764080"/>
                  </a:lnTo>
                  <a:lnTo>
                    <a:pt x="2539034" y="1722615"/>
                  </a:lnTo>
                  <a:lnTo>
                    <a:pt x="2514015" y="1675765"/>
                  </a:lnTo>
                  <a:lnTo>
                    <a:pt x="2498585" y="1624952"/>
                  </a:lnTo>
                  <a:lnTo>
                    <a:pt x="2493302" y="1571599"/>
                  </a:lnTo>
                  <a:lnTo>
                    <a:pt x="2493302" y="1221613"/>
                  </a:lnTo>
                  <a:lnTo>
                    <a:pt x="2488019" y="1168260"/>
                  </a:lnTo>
                  <a:lnTo>
                    <a:pt x="2472588" y="1117447"/>
                  </a:lnTo>
                  <a:lnTo>
                    <a:pt x="2447569" y="1070597"/>
                  </a:lnTo>
                  <a:lnTo>
                    <a:pt x="2413584" y="1029144"/>
                  </a:lnTo>
                  <a:lnTo>
                    <a:pt x="2372118" y="995146"/>
                  </a:lnTo>
                  <a:lnTo>
                    <a:pt x="2325268" y="970140"/>
                  </a:lnTo>
                  <a:lnTo>
                    <a:pt x="2274455" y="954697"/>
                  </a:lnTo>
                  <a:lnTo>
                    <a:pt x="2221115" y="949413"/>
                  </a:lnTo>
                  <a:lnTo>
                    <a:pt x="938123" y="949413"/>
                  </a:lnTo>
                  <a:lnTo>
                    <a:pt x="889190" y="945032"/>
                  </a:lnTo>
                  <a:lnTo>
                    <a:pt x="843140" y="932383"/>
                  </a:lnTo>
                  <a:lnTo>
                    <a:pt x="800747" y="912253"/>
                  </a:lnTo>
                  <a:lnTo>
                    <a:pt x="762749" y="885405"/>
                  </a:lnTo>
                  <a:lnTo>
                    <a:pt x="729945" y="852589"/>
                  </a:lnTo>
                  <a:lnTo>
                    <a:pt x="703097" y="814603"/>
                  </a:lnTo>
                  <a:lnTo>
                    <a:pt x="682955" y="772198"/>
                  </a:lnTo>
                  <a:lnTo>
                    <a:pt x="670318" y="726147"/>
                  </a:lnTo>
                  <a:lnTo>
                    <a:pt x="665924" y="677227"/>
                  </a:lnTo>
                  <a:lnTo>
                    <a:pt x="665924" y="272186"/>
                  </a:lnTo>
                  <a:lnTo>
                    <a:pt x="661543" y="223253"/>
                  </a:lnTo>
                  <a:lnTo>
                    <a:pt x="648906" y="177215"/>
                  </a:lnTo>
                  <a:lnTo>
                    <a:pt x="628764" y="134810"/>
                  </a:lnTo>
                  <a:lnTo>
                    <a:pt x="601916" y="96812"/>
                  </a:lnTo>
                  <a:lnTo>
                    <a:pt x="569112" y="64008"/>
                  </a:lnTo>
                  <a:lnTo>
                    <a:pt x="531114" y="37160"/>
                  </a:lnTo>
                  <a:lnTo>
                    <a:pt x="488721" y="17030"/>
                  </a:lnTo>
                  <a:lnTo>
                    <a:pt x="442671" y="4381"/>
                  </a:lnTo>
                  <a:lnTo>
                    <a:pt x="393738" y="0"/>
                  </a:lnTo>
                  <a:lnTo>
                    <a:pt x="0" y="0"/>
                  </a:lnTo>
                  <a:lnTo>
                    <a:pt x="0" y="2022678"/>
                  </a:lnTo>
                  <a:lnTo>
                    <a:pt x="1598942" y="2022678"/>
                  </a:lnTo>
                  <a:lnTo>
                    <a:pt x="1652282" y="2027948"/>
                  </a:lnTo>
                  <a:lnTo>
                    <a:pt x="1703095" y="2043391"/>
                  </a:lnTo>
                  <a:lnTo>
                    <a:pt x="1749945" y="2068410"/>
                  </a:lnTo>
                  <a:lnTo>
                    <a:pt x="1791411" y="2102396"/>
                  </a:lnTo>
                  <a:lnTo>
                    <a:pt x="1825396" y="2143861"/>
                  </a:lnTo>
                  <a:lnTo>
                    <a:pt x="1850415" y="2190699"/>
                  </a:lnTo>
                  <a:lnTo>
                    <a:pt x="1865845" y="2241512"/>
                  </a:lnTo>
                  <a:lnTo>
                    <a:pt x="1871129" y="2294864"/>
                  </a:lnTo>
                  <a:lnTo>
                    <a:pt x="1871129" y="2644864"/>
                  </a:lnTo>
                  <a:lnTo>
                    <a:pt x="1875510" y="2693797"/>
                  </a:lnTo>
                  <a:lnTo>
                    <a:pt x="1888159" y="2739847"/>
                  </a:lnTo>
                  <a:lnTo>
                    <a:pt x="1908289" y="2782252"/>
                  </a:lnTo>
                  <a:lnTo>
                    <a:pt x="1935149" y="2820238"/>
                  </a:lnTo>
                  <a:lnTo>
                    <a:pt x="1967953" y="2853042"/>
                  </a:lnTo>
                  <a:lnTo>
                    <a:pt x="2005939" y="2879902"/>
                  </a:lnTo>
                  <a:lnTo>
                    <a:pt x="2048344" y="2900032"/>
                  </a:lnTo>
                  <a:lnTo>
                    <a:pt x="2094395" y="2912668"/>
                  </a:lnTo>
                  <a:lnTo>
                    <a:pt x="2143328" y="2917063"/>
                  </a:lnTo>
                  <a:lnTo>
                    <a:pt x="3227933" y="2917063"/>
                  </a:lnTo>
                  <a:lnTo>
                    <a:pt x="3281286" y="2911779"/>
                  </a:lnTo>
                  <a:lnTo>
                    <a:pt x="3332099" y="2896336"/>
                  </a:lnTo>
                  <a:lnTo>
                    <a:pt x="3378949" y="2871330"/>
                  </a:lnTo>
                  <a:lnTo>
                    <a:pt x="3420402" y="2837332"/>
                  </a:lnTo>
                  <a:lnTo>
                    <a:pt x="3454400" y="2795879"/>
                  </a:lnTo>
                  <a:lnTo>
                    <a:pt x="3479406" y="2749029"/>
                  </a:lnTo>
                  <a:lnTo>
                    <a:pt x="3494849" y="2698216"/>
                  </a:lnTo>
                  <a:lnTo>
                    <a:pt x="3500120" y="2644864"/>
                  </a:lnTo>
                  <a:lnTo>
                    <a:pt x="3500120" y="2115985"/>
                  </a:lnTo>
                  <a:close/>
                </a:path>
                <a:path extrusionOk="0" h="4260850" w="8122920">
                  <a:moveTo>
                    <a:pt x="8122361" y="3911562"/>
                  </a:moveTo>
                  <a:lnTo>
                    <a:pt x="8117980" y="3862628"/>
                  </a:lnTo>
                  <a:lnTo>
                    <a:pt x="8105330" y="3816578"/>
                  </a:lnTo>
                  <a:lnTo>
                    <a:pt x="8085201" y="3774173"/>
                  </a:lnTo>
                  <a:lnTo>
                    <a:pt x="8058353" y="3736187"/>
                  </a:lnTo>
                  <a:lnTo>
                    <a:pt x="8025549" y="3703383"/>
                  </a:lnTo>
                  <a:lnTo>
                    <a:pt x="7987551" y="3676523"/>
                  </a:lnTo>
                  <a:lnTo>
                    <a:pt x="7945145" y="3656393"/>
                  </a:lnTo>
                  <a:lnTo>
                    <a:pt x="7899095" y="3643744"/>
                  </a:lnTo>
                  <a:lnTo>
                    <a:pt x="7850175" y="3639362"/>
                  </a:lnTo>
                  <a:lnTo>
                    <a:pt x="5560365" y="3639362"/>
                  </a:lnTo>
                  <a:lnTo>
                    <a:pt x="5507012" y="3634079"/>
                  </a:lnTo>
                  <a:lnTo>
                    <a:pt x="5456199" y="3618649"/>
                  </a:lnTo>
                  <a:lnTo>
                    <a:pt x="5409362" y="3593630"/>
                  </a:lnTo>
                  <a:lnTo>
                    <a:pt x="5367896" y="3559645"/>
                  </a:lnTo>
                  <a:lnTo>
                    <a:pt x="5333911" y="3518179"/>
                  </a:lnTo>
                  <a:lnTo>
                    <a:pt x="5308892" y="3471329"/>
                  </a:lnTo>
                  <a:lnTo>
                    <a:pt x="5293449" y="3420516"/>
                  </a:lnTo>
                  <a:lnTo>
                    <a:pt x="5288178" y="3367176"/>
                  </a:lnTo>
                  <a:lnTo>
                    <a:pt x="5288178" y="3017177"/>
                  </a:lnTo>
                  <a:lnTo>
                    <a:pt x="5283797" y="2968244"/>
                  </a:lnTo>
                  <a:lnTo>
                    <a:pt x="5271147" y="2922193"/>
                  </a:lnTo>
                  <a:lnTo>
                    <a:pt x="5251018" y="2879788"/>
                  </a:lnTo>
                  <a:lnTo>
                    <a:pt x="5224157" y="2841802"/>
                  </a:lnTo>
                  <a:lnTo>
                    <a:pt x="5191353" y="2808998"/>
                  </a:lnTo>
                  <a:lnTo>
                    <a:pt x="5153368" y="2782138"/>
                  </a:lnTo>
                  <a:lnTo>
                    <a:pt x="5110962" y="2762008"/>
                  </a:lnTo>
                  <a:lnTo>
                    <a:pt x="5064912" y="2749359"/>
                  </a:lnTo>
                  <a:lnTo>
                    <a:pt x="5015979" y="2744978"/>
                  </a:lnTo>
                  <a:lnTo>
                    <a:pt x="3931374" y="2744978"/>
                  </a:lnTo>
                  <a:lnTo>
                    <a:pt x="3878021" y="2750261"/>
                  </a:lnTo>
                  <a:lnTo>
                    <a:pt x="3827208" y="2765704"/>
                  </a:lnTo>
                  <a:lnTo>
                    <a:pt x="3780358" y="2790710"/>
                  </a:lnTo>
                  <a:lnTo>
                    <a:pt x="3738905" y="2824708"/>
                  </a:lnTo>
                  <a:lnTo>
                    <a:pt x="3704907" y="2866161"/>
                  </a:lnTo>
                  <a:lnTo>
                    <a:pt x="3679901" y="2913011"/>
                  </a:lnTo>
                  <a:lnTo>
                    <a:pt x="3664458" y="2963824"/>
                  </a:lnTo>
                  <a:lnTo>
                    <a:pt x="3659187" y="3017177"/>
                  </a:lnTo>
                  <a:lnTo>
                    <a:pt x="3659187" y="3546043"/>
                  </a:lnTo>
                  <a:lnTo>
                    <a:pt x="3664458" y="3599396"/>
                  </a:lnTo>
                  <a:lnTo>
                    <a:pt x="3679901" y="3650208"/>
                  </a:lnTo>
                  <a:lnTo>
                    <a:pt x="3704907" y="3697059"/>
                  </a:lnTo>
                  <a:lnTo>
                    <a:pt x="3738905" y="3738511"/>
                  </a:lnTo>
                  <a:lnTo>
                    <a:pt x="3780358" y="3772509"/>
                  </a:lnTo>
                  <a:lnTo>
                    <a:pt x="3827208" y="3797516"/>
                  </a:lnTo>
                  <a:lnTo>
                    <a:pt x="3878021" y="3812959"/>
                  </a:lnTo>
                  <a:lnTo>
                    <a:pt x="3931374" y="3818242"/>
                  </a:lnTo>
                  <a:lnTo>
                    <a:pt x="4393806" y="3818242"/>
                  </a:lnTo>
                  <a:lnTo>
                    <a:pt x="4447159" y="3823512"/>
                  </a:lnTo>
                  <a:lnTo>
                    <a:pt x="4497971" y="3838956"/>
                  </a:lnTo>
                  <a:lnTo>
                    <a:pt x="4544822" y="3863975"/>
                  </a:lnTo>
                  <a:lnTo>
                    <a:pt x="4586275" y="3897960"/>
                  </a:lnTo>
                  <a:lnTo>
                    <a:pt x="4620272" y="3939413"/>
                  </a:lnTo>
                  <a:lnTo>
                    <a:pt x="4645279" y="3986263"/>
                  </a:lnTo>
                  <a:lnTo>
                    <a:pt x="4660722" y="4037088"/>
                  </a:lnTo>
                  <a:lnTo>
                    <a:pt x="4666005" y="4090428"/>
                  </a:lnTo>
                  <a:lnTo>
                    <a:pt x="4666005" y="4260532"/>
                  </a:lnTo>
                  <a:lnTo>
                    <a:pt x="8122361" y="4260532"/>
                  </a:lnTo>
                  <a:lnTo>
                    <a:pt x="8122361" y="3911562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descr="0e3745d5-1c69-4e3a-98a5-92ee00ca2a12.jpg"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400" y="0"/>
            <a:ext cx="2971799" cy="164306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12040475" y="8708750"/>
            <a:ext cx="418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~Hack Overflow</a:t>
            </a:r>
            <a:endParaRPr sz="40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